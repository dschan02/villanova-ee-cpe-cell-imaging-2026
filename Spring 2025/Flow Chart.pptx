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86E3"/>
    <a:srgbClr val="9AE480"/>
    <a:srgbClr val="FF7575"/>
    <a:srgbClr val="FF6565"/>
    <a:srgbClr val="FFDA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B8527-6303-6DE2-D61D-53D40AAFE102}" v="79" dt="2025-03-29T00:11:25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840" y="-1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etrius Schank" userId="S::dschan02@villanova.edu::de37c640-0505-4c0a-929f-01f21418fa5b" providerId="AD" clId="Web-{0B2B8527-6303-6DE2-D61D-53D40AAFE102}"/>
    <pc:docChg chg="modSld">
      <pc:chgData name="Demetrius Schank" userId="S::dschan02@villanova.edu::de37c640-0505-4c0a-929f-01f21418fa5b" providerId="AD" clId="Web-{0B2B8527-6303-6DE2-D61D-53D40AAFE102}" dt="2025-03-29T00:11:25.443" v="78" actId="14100"/>
      <pc:docMkLst>
        <pc:docMk/>
      </pc:docMkLst>
      <pc:sldChg chg="addSp delSp modSp">
        <pc:chgData name="Demetrius Schank" userId="S::dschan02@villanova.edu::de37c640-0505-4c0a-929f-01f21418fa5b" providerId="AD" clId="Web-{0B2B8527-6303-6DE2-D61D-53D40AAFE102}" dt="2025-03-29T00:11:25.443" v="78" actId="14100"/>
        <pc:sldMkLst>
          <pc:docMk/>
          <pc:sldMk cId="3357148078" sldId="256"/>
        </pc:sldMkLst>
        <pc:spChg chg="mod topLvl">
          <ac:chgData name="Demetrius Schank" userId="S::dschan02@villanova.edu::de37c640-0505-4c0a-929f-01f21418fa5b" providerId="AD" clId="Web-{0B2B8527-6303-6DE2-D61D-53D40AAFE102}" dt="2025-03-29T00:11:10.317" v="75" actId="1076"/>
          <ac:spMkLst>
            <pc:docMk/>
            <pc:sldMk cId="3357148078" sldId="256"/>
            <ac:spMk id="4" creationId="{1669DDAE-BF37-A0D3-BBE7-755A31448AAB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74" actId="1076"/>
          <ac:spMkLst>
            <pc:docMk/>
            <pc:sldMk cId="3357148078" sldId="256"/>
            <ac:spMk id="5" creationId="{892B2AAF-A07E-D97D-E93C-25A0A14EDD05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73" actId="1076"/>
          <ac:spMkLst>
            <pc:docMk/>
            <pc:sldMk cId="3357148078" sldId="256"/>
            <ac:spMk id="6" creationId="{32D076C4-CB1E-F36E-5F10-E5C004B86106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72" actId="1076"/>
          <ac:spMkLst>
            <pc:docMk/>
            <pc:sldMk cId="3357148078" sldId="256"/>
            <ac:spMk id="10" creationId="{7250945A-670C-F55B-8E2D-0CCB0AED73A4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7" actId="1076"/>
          <ac:spMkLst>
            <pc:docMk/>
            <pc:sldMk cId="3357148078" sldId="256"/>
            <ac:spMk id="30" creationId="{D79AF624-9052-A241-AE1E-82EDBE5BC28D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6" actId="1076"/>
          <ac:spMkLst>
            <pc:docMk/>
            <pc:sldMk cId="3357148078" sldId="256"/>
            <ac:spMk id="33" creationId="{13CB8259-52BC-8CB7-6864-2103A34FF4CD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5" actId="1076"/>
          <ac:spMkLst>
            <pc:docMk/>
            <pc:sldMk cId="3357148078" sldId="256"/>
            <ac:spMk id="36" creationId="{B30F5E04-5B55-1151-1338-B1848FFAB50A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3" actId="1076"/>
          <ac:spMkLst>
            <pc:docMk/>
            <pc:sldMk cId="3357148078" sldId="256"/>
            <ac:spMk id="39" creationId="{BD342AE2-2938-CAB4-71E8-924977CE0A5B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2" actId="1076"/>
          <ac:spMkLst>
            <pc:docMk/>
            <pc:sldMk cId="3357148078" sldId="256"/>
            <ac:spMk id="41" creationId="{73044F42-7D13-6BCF-3783-755BC4D5E433}"/>
          </ac:spMkLst>
        </pc:spChg>
        <pc:spChg chg="mod topLvl">
          <ac:chgData name="Demetrius Schank" userId="S::dschan02@villanova.edu::de37c640-0505-4c0a-929f-01f21418fa5b" providerId="AD" clId="Web-{0B2B8527-6303-6DE2-D61D-53D40AAFE102}" dt="2025-03-29T00:11:10.317" v="60" actId="1076"/>
          <ac:spMkLst>
            <pc:docMk/>
            <pc:sldMk cId="3357148078" sldId="256"/>
            <ac:spMk id="45" creationId="{4AB8E65F-D0D7-BE13-1206-DE31A58FDD0D}"/>
          </ac:spMkLst>
        </pc:spChg>
        <pc:grpChg chg="add mod">
          <ac:chgData name="Demetrius Schank" userId="S::dschan02@villanova.edu::de37c640-0505-4c0a-929f-01f21418fa5b" providerId="AD" clId="Web-{0B2B8527-6303-6DE2-D61D-53D40AAFE102}" dt="2025-03-29T00:11:05.691" v="56" actId="14100"/>
          <ac:grpSpMkLst>
            <pc:docMk/>
            <pc:sldMk cId="3357148078" sldId="256"/>
            <ac:grpSpMk id="2" creationId="{2132CCCF-6AF2-F97D-21BB-9686D6BE9D7D}"/>
          </ac:grpSpMkLst>
        </pc:grpChg>
        <pc:grpChg chg="add mod">
          <ac:chgData name="Demetrius Schank" userId="S::dschan02@villanova.edu::de37c640-0505-4c0a-929f-01f21418fa5b" providerId="AD" clId="Web-{0B2B8527-6303-6DE2-D61D-53D40AAFE102}" dt="2025-03-29T00:11:25.443" v="78" actId="14100"/>
          <ac:grpSpMkLst>
            <pc:docMk/>
            <pc:sldMk cId="3357148078" sldId="256"/>
            <ac:grpSpMk id="3" creationId="{D60A572F-A15B-98CA-5A79-F14AC1203BDD}"/>
          </ac:grpSpMkLst>
        </pc:grpChg>
        <pc:cxnChg chg="mod">
          <ac:chgData name="Demetrius Schank" userId="S::dschan02@villanova.edu::de37c640-0505-4c0a-929f-01f21418fa5b" providerId="AD" clId="Web-{0B2B8527-6303-6DE2-D61D-53D40AAFE102}" dt="2025-03-29T00:11:10.317" v="75" actId="1076"/>
          <ac:cxnSpMkLst>
            <pc:docMk/>
            <pc:sldMk cId="3357148078" sldId="256"/>
            <ac:cxnSpMk id="12" creationId="{F0C8E7D0-1001-70CC-9DBD-59F93C98F0C0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3" actId="1076"/>
          <ac:cxnSpMkLst>
            <pc:docMk/>
            <pc:sldMk cId="3357148078" sldId="256"/>
            <ac:cxnSpMk id="14" creationId="{747C1581-7AC7-FA67-DBEC-FDCF2185F3A0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69" actId="1076"/>
          <ac:cxnSpMkLst>
            <pc:docMk/>
            <pc:sldMk cId="3357148078" sldId="256"/>
            <ac:cxnSpMk id="16" creationId="{72160458-B778-96CA-63FA-1FF792AB40B1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2" actId="1076"/>
          <ac:cxnSpMkLst>
            <pc:docMk/>
            <pc:sldMk cId="3357148078" sldId="256"/>
            <ac:cxnSpMk id="19" creationId="{FE15B8D4-303B-E873-22B3-1594D46AACD8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2" actId="1076"/>
          <ac:cxnSpMkLst>
            <pc:docMk/>
            <pc:sldMk cId="3357148078" sldId="256"/>
            <ac:cxnSpMk id="38" creationId="{EDF3EA74-42C7-1FEF-0210-A077ED6C959B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2" actId="1076"/>
          <ac:cxnSpMkLst>
            <pc:docMk/>
            <pc:sldMk cId="3357148078" sldId="256"/>
            <ac:cxnSpMk id="43" creationId="{64D31A3E-6F59-5795-E64E-A9089CA9FF03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4" actId="1076"/>
          <ac:cxnSpMkLst>
            <pc:docMk/>
            <pc:sldMk cId="3357148078" sldId="256"/>
            <ac:cxnSpMk id="47" creationId="{8CBF74DE-52AD-7C9B-573B-EB02C0410FA3}"/>
          </ac:cxnSpMkLst>
        </pc:cxnChg>
        <pc:cxnChg chg="mod">
          <ac:chgData name="Demetrius Schank" userId="S::dschan02@villanova.edu::de37c640-0505-4c0a-929f-01f21418fa5b" providerId="AD" clId="Web-{0B2B8527-6303-6DE2-D61D-53D40AAFE102}" dt="2025-03-29T00:11:10.317" v="74" actId="1076"/>
          <ac:cxnSpMkLst>
            <pc:docMk/>
            <pc:sldMk cId="3357148078" sldId="256"/>
            <ac:cxnSpMk id="49" creationId="{2CD430C7-A28F-5665-7426-2882A3127C4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49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0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6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64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5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7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3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570BF-B3B3-4EA7-B641-EA80C8EF81D6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C1789-71D3-4A66-A036-FFEF9B0D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7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60A572F-A15B-98CA-5A79-F14AC1203BDD}"/>
              </a:ext>
            </a:extLst>
          </p:cNvPr>
          <p:cNvGrpSpPr/>
          <p:nvPr/>
        </p:nvGrpSpPr>
        <p:grpSpPr>
          <a:xfrm>
            <a:off x="1655801" y="1395091"/>
            <a:ext cx="4201878" cy="8483397"/>
            <a:chOff x="1884401" y="611320"/>
            <a:chExt cx="3091536" cy="624638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669DDAE-BF37-A0D3-BBE7-755A31448AAB}"/>
                </a:ext>
              </a:extLst>
            </p:cNvPr>
            <p:cNvSpPr/>
            <p:nvPr/>
          </p:nvSpPr>
          <p:spPr>
            <a:xfrm>
              <a:off x="1884401" y="611320"/>
              <a:ext cx="1296855" cy="641878"/>
            </a:xfrm>
            <a:prstGeom prst="ellipse">
              <a:avLst/>
            </a:prstGeom>
            <a:solidFill>
              <a:srgbClr val="FF7575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48" dirty="0">
                  <a:solidFill>
                    <a:schemeClr val="tx1"/>
                  </a:solidFill>
                </a:rPr>
                <a:t>Start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92B2AAF-A07E-D97D-E93C-25A0A14EDD05}"/>
                </a:ext>
              </a:extLst>
            </p:cNvPr>
            <p:cNvSpPr/>
            <p:nvPr/>
          </p:nvSpPr>
          <p:spPr>
            <a:xfrm>
              <a:off x="3868771" y="6202725"/>
              <a:ext cx="930068" cy="641878"/>
            </a:xfrm>
            <a:prstGeom prst="ellipse">
              <a:avLst/>
            </a:prstGeom>
            <a:solidFill>
              <a:srgbClr val="FF7575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48" dirty="0">
                  <a:solidFill>
                    <a:schemeClr val="tx1"/>
                  </a:solidFill>
                </a:rPr>
                <a:t>End</a:t>
              </a: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32D076C4-CB1E-F36E-5F10-E5C004B86106}"/>
                </a:ext>
              </a:extLst>
            </p:cNvPr>
            <p:cNvSpPr/>
            <p:nvPr/>
          </p:nvSpPr>
          <p:spPr>
            <a:xfrm>
              <a:off x="1884407" y="1676507"/>
              <a:ext cx="1296855" cy="550181"/>
            </a:xfrm>
            <a:prstGeom prst="parallelogram">
              <a:avLst/>
            </a:prstGeom>
            <a:solidFill>
              <a:srgbClr val="9AE4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48" dirty="0">
                  <a:solidFill>
                    <a:sysClr val="windowText" lastClr="000000"/>
                  </a:solidFill>
                </a:rPr>
                <a:t>Input Image</a:t>
              </a:r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7250945A-670C-F55B-8E2D-0CCB0AED73A4}"/>
                </a:ext>
              </a:extLst>
            </p:cNvPr>
            <p:cNvSpPr/>
            <p:nvPr/>
          </p:nvSpPr>
          <p:spPr>
            <a:xfrm>
              <a:off x="1884405" y="4720961"/>
              <a:ext cx="1296855" cy="1108100"/>
            </a:xfrm>
            <a:prstGeom prst="diamond">
              <a:avLst/>
            </a:prstGeom>
            <a:solidFill>
              <a:srgbClr val="8186E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48" dirty="0">
                  <a:solidFill>
                    <a:sysClr val="windowText" lastClr="000000"/>
                  </a:solidFill>
                </a:rPr>
                <a:t>Cell is likely round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0C8E7D0-1001-70CC-9DBD-59F93C98F0C0}"/>
                </a:ext>
              </a:extLst>
            </p:cNvPr>
            <p:cNvCxnSpPr>
              <a:cxnSpLocks/>
              <a:stCxn id="4" idx="4"/>
              <a:endCxn id="6" idx="0"/>
            </p:cNvCxnSpPr>
            <p:nvPr/>
          </p:nvCxnSpPr>
          <p:spPr>
            <a:xfrm>
              <a:off x="2532829" y="1253198"/>
              <a:ext cx="6" cy="4233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47C1581-7AC7-FA67-DBEC-FDCF2185F3A0}"/>
                </a:ext>
              </a:extLst>
            </p:cNvPr>
            <p:cNvCxnSpPr>
              <a:cxnSpLocks/>
              <a:stCxn id="6" idx="4"/>
              <a:endCxn id="30" idx="0"/>
            </p:cNvCxnSpPr>
            <p:nvPr/>
          </p:nvCxnSpPr>
          <p:spPr>
            <a:xfrm flipH="1">
              <a:off x="2532831" y="2226688"/>
              <a:ext cx="4" cy="36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2160458-B778-96CA-63FA-1FF792AB40B1}"/>
                </a:ext>
              </a:extLst>
            </p:cNvPr>
            <p:cNvCxnSpPr>
              <a:cxnSpLocks/>
              <a:stCxn id="30" idx="2"/>
              <a:endCxn id="33" idx="0"/>
            </p:cNvCxnSpPr>
            <p:nvPr/>
          </p:nvCxnSpPr>
          <p:spPr>
            <a:xfrm flipH="1">
              <a:off x="2532830" y="3251132"/>
              <a:ext cx="1" cy="4411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E15B8D4-303B-E873-22B3-1594D46AACD8}"/>
                </a:ext>
              </a:extLst>
            </p:cNvPr>
            <p:cNvCxnSpPr>
              <a:cxnSpLocks/>
              <a:stCxn id="33" idx="2"/>
              <a:endCxn id="10" idx="0"/>
            </p:cNvCxnSpPr>
            <p:nvPr/>
          </p:nvCxnSpPr>
          <p:spPr>
            <a:xfrm>
              <a:off x="2532830" y="4347297"/>
              <a:ext cx="3" cy="3736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79AF624-9052-A241-AE1E-82EDBE5BC28D}"/>
                </a:ext>
              </a:extLst>
            </p:cNvPr>
            <p:cNvSpPr/>
            <p:nvPr/>
          </p:nvSpPr>
          <p:spPr>
            <a:xfrm>
              <a:off x="1884405" y="2596154"/>
              <a:ext cx="1296851" cy="654978"/>
            </a:xfrm>
            <a:prstGeom prst="roundRect">
              <a:avLst/>
            </a:prstGeom>
            <a:solidFill>
              <a:srgbClr val="FFDA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" dirty="0">
                  <a:solidFill>
                    <a:sysClr val="windowText" lastClr="000000"/>
                  </a:solidFill>
                </a:rPr>
                <a:t>Preprocessing</a:t>
              </a:r>
            </a:p>
            <a:p>
              <a:pPr algn="ctr"/>
              <a:r>
                <a:rPr lang="en-US" sz="700" dirty="0">
                  <a:solidFill>
                    <a:sysClr val="windowText" lastClr="000000"/>
                  </a:solidFill>
                </a:rPr>
                <a:t>(denoising, image enhancing, possible grayscale conversion)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3CB8259-52BC-8CB7-6864-2103A34FF4CD}"/>
                </a:ext>
              </a:extLst>
            </p:cNvPr>
            <p:cNvSpPr/>
            <p:nvPr/>
          </p:nvSpPr>
          <p:spPr>
            <a:xfrm>
              <a:off x="1884404" y="3692319"/>
              <a:ext cx="1296851" cy="654978"/>
            </a:xfrm>
            <a:prstGeom prst="roundRect">
              <a:avLst/>
            </a:prstGeom>
            <a:solidFill>
              <a:srgbClr val="FFDA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" dirty="0">
                  <a:solidFill>
                    <a:sysClr val="windowText" lastClr="000000"/>
                  </a:solidFill>
                </a:rPr>
                <a:t>Processing</a:t>
              </a:r>
            </a:p>
            <a:p>
              <a:pPr algn="ctr"/>
              <a:r>
                <a:rPr lang="en-US" sz="700" dirty="0">
                  <a:solidFill>
                    <a:sysClr val="windowText" lastClr="000000"/>
                  </a:solidFill>
                </a:rPr>
                <a:t>(Cell/shape threshold detection, cell roundness calculation)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30F5E04-5B55-1151-1338-B1848FFAB50A}"/>
                </a:ext>
              </a:extLst>
            </p:cNvPr>
            <p:cNvSpPr/>
            <p:nvPr/>
          </p:nvSpPr>
          <p:spPr>
            <a:xfrm>
              <a:off x="3679086" y="4947522"/>
              <a:ext cx="1296851" cy="654978"/>
            </a:xfrm>
            <a:prstGeom prst="roundRect">
              <a:avLst/>
            </a:prstGeom>
            <a:solidFill>
              <a:srgbClr val="FFDA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" dirty="0">
                  <a:solidFill>
                    <a:sysClr val="windowText" lastClr="000000"/>
                  </a:solidFill>
                </a:rPr>
                <a:t>Classify Healthy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DF3EA74-42C7-1FEF-0210-A077ED6C959B}"/>
                </a:ext>
              </a:extLst>
            </p:cNvPr>
            <p:cNvCxnSpPr>
              <a:cxnSpLocks/>
              <a:stCxn id="10" idx="3"/>
              <a:endCxn id="36" idx="1"/>
            </p:cNvCxnSpPr>
            <p:nvPr/>
          </p:nvCxnSpPr>
          <p:spPr>
            <a:xfrm>
              <a:off x="3181260" y="5275011"/>
              <a:ext cx="49782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342AE2-2938-CAB4-71E8-924977CE0A5B}"/>
                </a:ext>
              </a:extLst>
            </p:cNvPr>
            <p:cNvSpPr txBox="1"/>
            <p:nvPr/>
          </p:nvSpPr>
          <p:spPr>
            <a:xfrm>
              <a:off x="3178668" y="5029200"/>
              <a:ext cx="432179" cy="269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50" dirty="0"/>
                <a:t>Yes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3044F42-7D13-6BCF-3783-755BC4D5E433}"/>
                </a:ext>
              </a:extLst>
            </p:cNvPr>
            <p:cNvSpPr/>
            <p:nvPr/>
          </p:nvSpPr>
          <p:spPr>
            <a:xfrm>
              <a:off x="1884404" y="6202725"/>
              <a:ext cx="1296851" cy="654978"/>
            </a:xfrm>
            <a:prstGeom prst="roundRect">
              <a:avLst/>
            </a:prstGeom>
            <a:solidFill>
              <a:srgbClr val="FFDA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0" dirty="0">
                  <a:solidFill>
                    <a:sysClr val="windowText" lastClr="000000"/>
                  </a:solidFill>
                </a:rPr>
                <a:t>Classify Healthy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4D31A3E-6F59-5795-E64E-A9089CA9FF03}"/>
                </a:ext>
              </a:extLst>
            </p:cNvPr>
            <p:cNvCxnSpPr>
              <a:cxnSpLocks/>
              <a:stCxn id="10" idx="2"/>
              <a:endCxn id="41" idx="0"/>
            </p:cNvCxnSpPr>
            <p:nvPr/>
          </p:nvCxnSpPr>
          <p:spPr>
            <a:xfrm flipH="1">
              <a:off x="2532830" y="5829061"/>
              <a:ext cx="3" cy="3736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AB8E65F-D0D7-BE13-1206-DE31A58FDD0D}"/>
                </a:ext>
              </a:extLst>
            </p:cNvPr>
            <p:cNvSpPr txBox="1"/>
            <p:nvPr/>
          </p:nvSpPr>
          <p:spPr>
            <a:xfrm>
              <a:off x="2532829" y="5829061"/>
              <a:ext cx="432179" cy="269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50" dirty="0"/>
                <a:t>No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CBF74DE-52AD-7C9B-573B-EB02C0410FA3}"/>
                </a:ext>
              </a:extLst>
            </p:cNvPr>
            <p:cNvCxnSpPr>
              <a:cxnSpLocks/>
              <a:stCxn id="36" idx="2"/>
              <a:endCxn id="5" idx="0"/>
            </p:cNvCxnSpPr>
            <p:nvPr/>
          </p:nvCxnSpPr>
          <p:spPr>
            <a:xfrm>
              <a:off x="4327512" y="5602500"/>
              <a:ext cx="6293" cy="600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CD430C7-A28F-5665-7426-2882A3127C4D}"/>
                </a:ext>
              </a:extLst>
            </p:cNvPr>
            <p:cNvCxnSpPr>
              <a:cxnSpLocks/>
              <a:stCxn id="41" idx="3"/>
              <a:endCxn id="5" idx="2"/>
            </p:cNvCxnSpPr>
            <p:nvPr/>
          </p:nvCxnSpPr>
          <p:spPr>
            <a:xfrm flipV="1">
              <a:off x="3181255" y="6523664"/>
              <a:ext cx="687516" cy="65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714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7DFB23BD9BB14DBAA00A09D22FB835" ma:contentTypeVersion="8" ma:contentTypeDescription="Create a new document." ma:contentTypeScope="" ma:versionID="af90a80d488717b9ef607d954ef2a0cc">
  <xsd:schema xmlns:xsd="http://www.w3.org/2001/XMLSchema" xmlns:xs="http://www.w3.org/2001/XMLSchema" xmlns:p="http://schemas.microsoft.com/office/2006/metadata/properties" xmlns:ns2="eb5155ac-509b-4df1-8c7d-3e0eccb07f7b" targetNamespace="http://schemas.microsoft.com/office/2006/metadata/properties" ma:root="true" ma:fieldsID="739172f4ee1cecc2236a9a713f5b3cc3" ns2:_="">
    <xsd:import namespace="eb5155ac-509b-4df1-8c7d-3e0eccb07f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155ac-509b-4df1-8c7d-3e0eccb07f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FFC2D-91A6-4A8C-ACF4-B308A0FFB0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2A806FD-12DA-4C31-A3FE-755B6C609A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1A1FB5-30A3-49A7-9DA1-C6702996D5BE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37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Demetrius Schank</dc:creator>
  <cp:lastModifiedBy>Demetrius Schank</cp:lastModifiedBy>
  <cp:revision>7</cp:revision>
  <dcterms:created xsi:type="dcterms:W3CDTF">2025-03-28T23:28:03Z</dcterms:created>
  <dcterms:modified xsi:type="dcterms:W3CDTF">2025-03-29T00:11:31Z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0x010100797DFB23BD9BB14DBAA00A09D22FB835</vt:lpwstr>
  </property>
</Properties>
</file>