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6"/>
  </p:notesMasterIdLst>
  <p:handoutMasterIdLst>
    <p:handoutMasterId r:id="rId17"/>
  </p:handoutMasterIdLst>
  <p:sldIdLst>
    <p:sldId id="312" r:id="rId5"/>
    <p:sldId id="323" r:id="rId6"/>
    <p:sldId id="327" r:id="rId7"/>
    <p:sldId id="324" r:id="rId8"/>
    <p:sldId id="315" r:id="rId9"/>
    <p:sldId id="282" r:id="rId10"/>
    <p:sldId id="328" r:id="rId11"/>
    <p:sldId id="304" r:id="rId12"/>
    <p:sldId id="307" r:id="rId13"/>
    <p:sldId id="321" r:id="rId14"/>
    <p:sldId id="297" r:id="rId1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146F56-BB12-2F83-51A0-A609E5D37342}" v="545" dt="2025-04-01T03:23:48.480"/>
    <p1510:client id="{3D4855EA-F17D-0263-A35C-9435BF96ABD3}" v="6" dt="2025-04-01T03:52:22.057"/>
    <p1510:client id="{41CE942A-AD1E-7D85-6636-C6D8778AA7F0}" v="246" dt="2025-04-01T00:21:33.760"/>
    <p1510:client id="{4424E275-3EC6-A190-F0AE-0C828ACDC7F7}" v="78" dt="2025-03-31T21:25:53.469"/>
    <p1510:client id="{4C7BC032-6C25-BFE9-259A-392D8297881D}" v="110" dt="2025-04-01T01:17:21.614"/>
    <p1510:client id="{614ADFA9-C074-3D83-9104-AFA25554ECBD}" v="125" dt="2025-03-31T21:22:23.514"/>
    <p1510:client id="{A42E9AF9-2F33-D2E9-00D7-F054C3B154A9}" v="6" dt="2025-04-01T16:16:05.611"/>
    <p1510:client id="{DF96DFE7-BB73-D916-93FB-8B72897223AF}" v="47" dt="2025-04-01T16:15:05.172"/>
    <p1510:client id="{E42CD17A-705C-2D4F-7F8A-39AD331D1DF9}" v="24" dt="2025-03-31T23:20:41.545"/>
    <p1510:client id="{EED8AD77-AE5B-1056-413A-832D76474176}" v="1" dt="2025-04-01T02:56:30.635"/>
    <p1510:client id="{F46D6524-BBFA-40E6-A320-6CDDB5683F33}" v="365" dt="2025-04-01T16:37:43.211"/>
    <p1510:client id="{FCEFC621-05AC-7450-3E72-E8C412162139}" v="13" dt="2025-03-31T23:22:37.967"/>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68" y="5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trius Schank" userId="S::dschan02@villanova.edu::de37c640-0505-4c0a-929f-01f21418fa5b" providerId="AD" clId="Web-{EED8AD77-AE5B-1056-413A-832D76474176}"/>
    <pc:docChg chg="modSld">
      <pc:chgData name="Demetrius Schank" userId="S::dschan02@villanova.edu::de37c640-0505-4c0a-929f-01f21418fa5b" providerId="AD" clId="Web-{EED8AD77-AE5B-1056-413A-832D76474176}" dt="2025-04-01T02:56:30.635" v="0"/>
      <pc:docMkLst>
        <pc:docMk/>
      </pc:docMkLst>
      <pc:sldChg chg="delSp">
        <pc:chgData name="Demetrius Schank" userId="S::dschan02@villanova.edu::de37c640-0505-4c0a-929f-01f21418fa5b" providerId="AD" clId="Web-{EED8AD77-AE5B-1056-413A-832D76474176}" dt="2025-04-01T02:56:30.635" v="0"/>
        <pc:sldMkLst>
          <pc:docMk/>
          <pc:sldMk cId="4120704157" sldId="323"/>
        </pc:sldMkLst>
        <pc:spChg chg="del">
          <ac:chgData name="Demetrius Schank" userId="S::dschan02@villanova.edu::de37c640-0505-4c0a-929f-01f21418fa5b" providerId="AD" clId="Web-{EED8AD77-AE5B-1056-413A-832D76474176}" dt="2025-04-01T02:56:30.635" v="0"/>
          <ac:spMkLst>
            <pc:docMk/>
            <pc:sldMk cId="4120704157" sldId="323"/>
            <ac:spMk id="4" creationId="{C4390C24-B916-0923-12B1-76C9885CA0AA}"/>
          </ac:spMkLst>
        </pc:spChg>
      </pc:sldChg>
    </pc:docChg>
  </pc:docChgLst>
  <pc:docChgLst>
    <pc:chgData name="Demetrius Schank" userId="S::dschan02@villanova.edu::de37c640-0505-4c0a-929f-01f21418fa5b" providerId="AD" clId="Web-{3D4855EA-F17D-0263-A35C-9435BF96ABD3}"/>
    <pc:docChg chg="modSld">
      <pc:chgData name="Demetrius Schank" userId="S::dschan02@villanova.edu::de37c640-0505-4c0a-929f-01f21418fa5b" providerId="AD" clId="Web-{3D4855EA-F17D-0263-A35C-9435BF96ABD3}" dt="2025-04-01T03:52:22.057" v="5" actId="1076"/>
      <pc:docMkLst>
        <pc:docMk/>
      </pc:docMkLst>
      <pc:sldChg chg="modSp">
        <pc:chgData name="Demetrius Schank" userId="S::dschan02@villanova.edu::de37c640-0505-4c0a-929f-01f21418fa5b" providerId="AD" clId="Web-{3D4855EA-F17D-0263-A35C-9435BF96ABD3}" dt="2025-04-01T03:52:22.057" v="5" actId="1076"/>
        <pc:sldMkLst>
          <pc:docMk/>
          <pc:sldMk cId="4120704157" sldId="323"/>
        </pc:sldMkLst>
        <pc:spChg chg="mod">
          <ac:chgData name="Demetrius Schank" userId="S::dschan02@villanova.edu::de37c640-0505-4c0a-929f-01f21418fa5b" providerId="AD" clId="Web-{3D4855EA-F17D-0263-A35C-9435BF96ABD3}" dt="2025-04-01T03:52:22.057" v="5" actId="1076"/>
          <ac:spMkLst>
            <pc:docMk/>
            <pc:sldMk cId="4120704157" sldId="323"/>
            <ac:spMk id="2" creationId="{C9A7EE93-0BCB-FD44-1002-6F5994A2F179}"/>
          </ac:spMkLst>
        </pc:spChg>
        <pc:spChg chg="mod">
          <ac:chgData name="Demetrius Schank" userId="S::dschan02@villanova.edu::de37c640-0505-4c0a-929f-01f21418fa5b" providerId="AD" clId="Web-{3D4855EA-F17D-0263-A35C-9435BF96ABD3}" dt="2025-04-01T03:52:16.526" v="4" actId="14100"/>
          <ac:spMkLst>
            <pc:docMk/>
            <pc:sldMk cId="4120704157" sldId="323"/>
            <ac:spMk id="6" creationId="{6D827DCA-F54D-3526-7122-7C5D7D1C4B5C}"/>
          </ac:spMkLst>
        </pc:spChg>
      </pc:sldChg>
    </pc:docChg>
  </pc:docChgLst>
  <pc:docChgLst>
    <pc:chgData name="Demetrius Schank" userId="S::dschan02@villanova.edu::de37c640-0505-4c0a-929f-01f21418fa5b" providerId="AD" clId="Web-{A42E9AF9-2F33-D2E9-00D7-F054C3B154A9}"/>
    <pc:docChg chg="modSld">
      <pc:chgData name="Demetrius Schank" userId="S::dschan02@villanova.edu::de37c640-0505-4c0a-929f-01f21418fa5b" providerId="AD" clId="Web-{A42E9AF9-2F33-D2E9-00D7-F054C3B154A9}" dt="2025-04-01T16:16:05.611" v="5" actId="20577"/>
      <pc:docMkLst>
        <pc:docMk/>
      </pc:docMkLst>
      <pc:sldChg chg="modSp">
        <pc:chgData name="Demetrius Schank" userId="S::dschan02@villanova.edu::de37c640-0505-4c0a-929f-01f21418fa5b" providerId="AD" clId="Web-{A42E9AF9-2F33-D2E9-00D7-F054C3B154A9}" dt="2025-04-01T16:16:05.611" v="5" actId="20577"/>
        <pc:sldMkLst>
          <pc:docMk/>
          <pc:sldMk cId="2468595790" sldId="315"/>
        </pc:sldMkLst>
        <pc:spChg chg="mod">
          <ac:chgData name="Demetrius Schank" userId="S::dschan02@villanova.edu::de37c640-0505-4c0a-929f-01f21418fa5b" providerId="AD" clId="Web-{A42E9AF9-2F33-D2E9-00D7-F054C3B154A9}" dt="2025-04-01T16:16:05.611" v="5" actId="20577"/>
          <ac:spMkLst>
            <pc:docMk/>
            <pc:sldMk cId="2468595790" sldId="315"/>
            <ac:spMk id="16" creationId="{AEF9954A-E263-8A7E-58B1-4D03F7D1BD9B}"/>
          </ac:spMkLst>
        </pc:spChg>
      </pc:sldChg>
    </pc:docChg>
  </pc:docChgLst>
  <pc:docChgLst>
    <pc:chgData name="Demetrius Schank" userId="S::dschan02@villanova.edu::de37c640-0505-4c0a-929f-01f21418fa5b" providerId="AD" clId="Web-{4424E275-3EC6-A190-F0AE-0C828ACDC7F7}"/>
    <pc:docChg chg="modSld">
      <pc:chgData name="Demetrius Schank" userId="S::dschan02@villanova.edu::de37c640-0505-4c0a-929f-01f21418fa5b" providerId="AD" clId="Web-{4424E275-3EC6-A190-F0AE-0C828ACDC7F7}" dt="2025-03-31T21:25:53.469" v="77" actId="20577"/>
      <pc:docMkLst>
        <pc:docMk/>
      </pc:docMkLst>
      <pc:sldChg chg="modSp">
        <pc:chgData name="Demetrius Schank" userId="S::dschan02@villanova.edu::de37c640-0505-4c0a-929f-01f21418fa5b" providerId="AD" clId="Web-{4424E275-3EC6-A190-F0AE-0C828ACDC7F7}" dt="2025-03-31T21:25:53.469" v="77" actId="20577"/>
        <pc:sldMkLst>
          <pc:docMk/>
          <pc:sldMk cId="4120704157" sldId="323"/>
        </pc:sldMkLst>
        <pc:spChg chg="mod">
          <ac:chgData name="Demetrius Schank" userId="S::dschan02@villanova.edu::de37c640-0505-4c0a-929f-01f21418fa5b" providerId="AD" clId="Web-{4424E275-3EC6-A190-F0AE-0C828ACDC7F7}" dt="2025-03-31T21:25:53.469" v="77" actId="20577"/>
          <ac:spMkLst>
            <pc:docMk/>
            <pc:sldMk cId="4120704157" sldId="323"/>
            <ac:spMk id="6" creationId="{6D827DCA-F54D-3526-7122-7C5D7D1C4B5C}"/>
          </ac:spMkLst>
        </pc:spChg>
      </pc:sldChg>
    </pc:docChg>
  </pc:docChgLst>
  <pc:docChgLst>
    <pc:chgData name="Demetrius Schank" userId="S::dschan02@villanova.edu::de37c640-0505-4c0a-929f-01f21418fa5b" providerId="AD" clId="Web-{38146F56-BB12-2F83-51A0-A609E5D37342}"/>
    <pc:docChg chg="modSld">
      <pc:chgData name="Demetrius Schank" userId="S::dschan02@villanova.edu::de37c640-0505-4c0a-929f-01f21418fa5b" providerId="AD" clId="Web-{38146F56-BB12-2F83-51A0-A609E5D37342}" dt="2025-04-01T03:23:48.480" v="544" actId="20577"/>
      <pc:docMkLst>
        <pc:docMk/>
      </pc:docMkLst>
      <pc:sldChg chg="modSp">
        <pc:chgData name="Demetrius Schank" userId="S::dschan02@villanova.edu::de37c640-0505-4c0a-929f-01f21418fa5b" providerId="AD" clId="Web-{38146F56-BB12-2F83-51A0-A609E5D37342}" dt="2025-04-01T03:23:48.480" v="544" actId="20577"/>
        <pc:sldMkLst>
          <pc:docMk/>
          <pc:sldMk cId="4120704157" sldId="323"/>
        </pc:sldMkLst>
        <pc:spChg chg="mod">
          <ac:chgData name="Demetrius Schank" userId="S::dschan02@villanova.edu::de37c640-0505-4c0a-929f-01f21418fa5b" providerId="AD" clId="Web-{38146F56-BB12-2F83-51A0-A609E5D37342}" dt="2025-04-01T03:23:48.480" v="544" actId="20577"/>
          <ac:spMkLst>
            <pc:docMk/>
            <pc:sldMk cId="4120704157" sldId="323"/>
            <ac:spMk id="6" creationId="{6D827DCA-F54D-3526-7122-7C5D7D1C4B5C}"/>
          </ac:spMkLst>
        </pc:spChg>
      </pc:sldChg>
    </pc:docChg>
  </pc:docChgLst>
  <pc:docChgLst>
    <pc:chgData name="John Ahn" userId="S::jahn02@villanova.edu::028beabd-4527-4b6e-86a8-a715a520c9f6" providerId="AD" clId="Web-{614ADFA9-C074-3D83-9104-AFA25554ECBD}"/>
    <pc:docChg chg="modSld">
      <pc:chgData name="John Ahn" userId="S::jahn02@villanova.edu::028beabd-4527-4b6e-86a8-a715a520c9f6" providerId="AD" clId="Web-{614ADFA9-C074-3D83-9104-AFA25554ECBD}" dt="2025-03-31T21:22:23.155" v="66" actId="20577"/>
      <pc:docMkLst>
        <pc:docMk/>
      </pc:docMkLst>
      <pc:sldChg chg="addSp delSp modSp">
        <pc:chgData name="John Ahn" userId="S::jahn02@villanova.edu::028beabd-4527-4b6e-86a8-a715a520c9f6" providerId="AD" clId="Web-{614ADFA9-C074-3D83-9104-AFA25554ECBD}" dt="2025-03-31T21:22:23.155" v="66" actId="20577"/>
        <pc:sldMkLst>
          <pc:docMk/>
          <pc:sldMk cId="4120704157" sldId="323"/>
        </pc:sldMkLst>
        <pc:spChg chg="mod">
          <ac:chgData name="John Ahn" userId="S::jahn02@villanova.edu::028beabd-4527-4b6e-86a8-a715a520c9f6" providerId="AD" clId="Web-{614ADFA9-C074-3D83-9104-AFA25554ECBD}" dt="2025-03-31T21:21:22.542" v="1" actId="1076"/>
          <ac:spMkLst>
            <pc:docMk/>
            <pc:sldMk cId="4120704157" sldId="323"/>
            <ac:spMk id="2" creationId="{C9A7EE93-0BCB-FD44-1002-6F5994A2F179}"/>
          </ac:spMkLst>
        </pc:spChg>
        <pc:spChg chg="add mod">
          <ac:chgData name="John Ahn" userId="S::jahn02@villanova.edu::028beabd-4527-4b6e-86a8-a715a520c9f6" providerId="AD" clId="Web-{614ADFA9-C074-3D83-9104-AFA25554ECBD}" dt="2025-03-31T21:22:23.155" v="66" actId="20577"/>
          <ac:spMkLst>
            <pc:docMk/>
            <pc:sldMk cId="4120704157" sldId="323"/>
            <ac:spMk id="3" creationId="{1C615755-D74A-6085-87B2-9ADD87C44916}"/>
          </ac:spMkLst>
        </pc:spChg>
        <pc:spChg chg="del">
          <ac:chgData name="John Ahn" userId="S::jahn02@villanova.edu::028beabd-4527-4b6e-86a8-a715a520c9f6" providerId="AD" clId="Web-{614ADFA9-C074-3D83-9104-AFA25554ECBD}" dt="2025-03-31T21:21:18.979" v="0"/>
          <ac:spMkLst>
            <pc:docMk/>
            <pc:sldMk cId="4120704157" sldId="323"/>
            <ac:spMk id="4" creationId="{D5FE560C-D049-A61F-A718-5022F0281E07}"/>
          </ac:spMkLst>
        </pc:spChg>
        <pc:spChg chg="mod">
          <ac:chgData name="John Ahn" userId="S::jahn02@villanova.edu::028beabd-4527-4b6e-86a8-a715a520c9f6" providerId="AD" clId="Web-{614ADFA9-C074-3D83-9104-AFA25554ECBD}" dt="2025-03-31T21:21:58.122" v="6" actId="14100"/>
          <ac:spMkLst>
            <pc:docMk/>
            <pc:sldMk cId="4120704157" sldId="323"/>
            <ac:spMk id="6" creationId="{6D827DCA-F54D-3526-7122-7C5D7D1C4B5C}"/>
          </ac:spMkLst>
        </pc:spChg>
      </pc:sldChg>
    </pc:docChg>
  </pc:docChgLst>
  <pc:docChgLst>
    <pc:chgData name="Jonathan Kim" userId="S::jkim176@villanova.edu::21981541-d00f-4545-a55a-b314d9708808" providerId="AD" clId="Web-{41CE942A-AD1E-7D85-6636-C6D8778AA7F0}"/>
    <pc:docChg chg="modSld">
      <pc:chgData name="Jonathan Kim" userId="S::jkim176@villanova.edu::21981541-d00f-4545-a55a-b314d9708808" providerId="AD" clId="Web-{41CE942A-AD1E-7D85-6636-C6D8778AA7F0}" dt="2025-04-01T00:21:33.697" v="189" actId="1076"/>
      <pc:docMkLst>
        <pc:docMk/>
      </pc:docMkLst>
      <pc:sldChg chg="addSp delSp modSp">
        <pc:chgData name="Jonathan Kim" userId="S::jkim176@villanova.edu::21981541-d00f-4545-a55a-b314d9708808" providerId="AD" clId="Web-{41CE942A-AD1E-7D85-6636-C6D8778AA7F0}" dt="2025-04-01T00:21:33.697" v="189" actId="1076"/>
        <pc:sldMkLst>
          <pc:docMk/>
          <pc:sldMk cId="3913219759" sldId="304"/>
        </pc:sldMkLst>
        <pc:spChg chg="del mod">
          <ac:chgData name="Jonathan Kim" userId="S::jkim176@villanova.edu::21981541-d00f-4545-a55a-b314d9708808" providerId="AD" clId="Web-{41CE942A-AD1E-7D85-6636-C6D8778AA7F0}" dt="2025-04-01T00:03:45.369" v="5"/>
          <ac:spMkLst>
            <pc:docMk/>
            <pc:sldMk cId="3913219759" sldId="304"/>
            <ac:spMk id="2" creationId="{13021072-4A77-DB4D-DF41-58EADB7DA94E}"/>
          </ac:spMkLst>
        </pc:spChg>
        <pc:spChg chg="del mod">
          <ac:chgData name="Jonathan Kim" userId="S::jkim176@villanova.edu::21981541-d00f-4545-a55a-b314d9708808" providerId="AD" clId="Web-{41CE942A-AD1E-7D85-6636-C6D8778AA7F0}" dt="2025-04-01T00:03:38.744" v="2"/>
          <ac:spMkLst>
            <pc:docMk/>
            <pc:sldMk cId="3913219759" sldId="304"/>
            <ac:spMk id="3" creationId="{D4D22962-3C7F-E480-5C35-7F4860A098E1}"/>
          </ac:spMkLst>
        </pc:spChg>
        <pc:spChg chg="add del">
          <ac:chgData name="Jonathan Kim" userId="S::jkim176@villanova.edu::21981541-d00f-4545-a55a-b314d9708808" providerId="AD" clId="Web-{41CE942A-AD1E-7D85-6636-C6D8778AA7F0}" dt="2025-04-01T00:09:05.644" v="36"/>
          <ac:spMkLst>
            <pc:docMk/>
            <pc:sldMk cId="3913219759" sldId="304"/>
            <ac:spMk id="9" creationId="{9E67A55F-29B1-333B-E9BF-EFA76056ADAE}"/>
          </ac:spMkLst>
        </pc:spChg>
        <pc:spChg chg="add">
          <ac:chgData name="Jonathan Kim" userId="S::jkim176@villanova.edu::21981541-d00f-4545-a55a-b314d9708808" providerId="AD" clId="Web-{41CE942A-AD1E-7D85-6636-C6D8778AA7F0}" dt="2025-04-01T00:09:14.394" v="37"/>
          <ac:spMkLst>
            <pc:docMk/>
            <pc:sldMk cId="3913219759" sldId="304"/>
            <ac:spMk id="10" creationId="{137F7C76-EB84-412B-86A3-2AFC2D732D9F}"/>
          </ac:spMkLst>
        </pc:spChg>
        <pc:spChg chg="add del mod">
          <ac:chgData name="Jonathan Kim" userId="S::jkim176@villanova.edu::21981541-d00f-4545-a55a-b314d9708808" providerId="AD" clId="Web-{41CE942A-AD1E-7D85-6636-C6D8778AA7F0}" dt="2025-04-01T00:09:31.426" v="41"/>
          <ac:spMkLst>
            <pc:docMk/>
            <pc:sldMk cId="3913219759" sldId="304"/>
            <ac:spMk id="11" creationId="{2693547A-3547-4DBE-A32D-AEC4B049732E}"/>
          </ac:spMkLst>
        </pc:spChg>
        <pc:spChg chg="add mod">
          <ac:chgData name="Jonathan Kim" userId="S::jkim176@villanova.edu::21981541-d00f-4545-a55a-b314d9708808" providerId="AD" clId="Web-{41CE942A-AD1E-7D85-6636-C6D8778AA7F0}" dt="2025-04-01T00:09:41.723" v="45" actId="1076"/>
          <ac:spMkLst>
            <pc:docMk/>
            <pc:sldMk cId="3913219759" sldId="304"/>
            <ac:spMk id="12" creationId="{69273B85-EA5C-C6A4-FCA8-E9C83E216149}"/>
          </ac:spMkLst>
        </pc:spChg>
        <pc:spChg chg="add mod">
          <ac:chgData name="Jonathan Kim" userId="S::jkim176@villanova.edu::21981541-d00f-4545-a55a-b314d9708808" providerId="AD" clId="Web-{41CE942A-AD1E-7D85-6636-C6D8778AA7F0}" dt="2025-04-01T00:09:44.504" v="47" actId="1076"/>
          <ac:spMkLst>
            <pc:docMk/>
            <pc:sldMk cId="3913219759" sldId="304"/>
            <ac:spMk id="13" creationId="{CD11B58F-87A5-789C-C3B0-431DB28302A6}"/>
          </ac:spMkLst>
        </pc:spChg>
        <pc:spChg chg="add mod">
          <ac:chgData name="Jonathan Kim" userId="S::jkim176@villanova.edu::21981541-d00f-4545-a55a-b314d9708808" providerId="AD" clId="Web-{41CE942A-AD1E-7D85-6636-C6D8778AA7F0}" dt="2025-04-01T00:18:59.583" v="144" actId="1076"/>
          <ac:spMkLst>
            <pc:docMk/>
            <pc:sldMk cId="3913219759" sldId="304"/>
            <ac:spMk id="14" creationId="{C016E3F1-F80A-E2D1-8810-EB28BDF84927}"/>
          </ac:spMkLst>
        </pc:spChg>
        <pc:spChg chg="add mod">
          <ac:chgData name="Jonathan Kim" userId="S::jkim176@villanova.edu::21981541-d00f-4545-a55a-b314d9708808" providerId="AD" clId="Web-{41CE942A-AD1E-7D85-6636-C6D8778AA7F0}" dt="2025-04-01T00:20:48.540" v="168" actId="1076"/>
          <ac:spMkLst>
            <pc:docMk/>
            <pc:sldMk cId="3913219759" sldId="304"/>
            <ac:spMk id="15" creationId="{814ED00B-D9E3-4D72-DCB7-B63CA58FE9E2}"/>
          </ac:spMkLst>
        </pc:spChg>
        <pc:spChg chg="add mod">
          <ac:chgData name="Jonathan Kim" userId="S::jkim176@villanova.edu::21981541-d00f-4545-a55a-b314d9708808" providerId="AD" clId="Web-{41CE942A-AD1E-7D85-6636-C6D8778AA7F0}" dt="2025-04-01T00:21:19.806" v="181" actId="1076"/>
          <ac:spMkLst>
            <pc:docMk/>
            <pc:sldMk cId="3913219759" sldId="304"/>
            <ac:spMk id="16" creationId="{B10A5B48-1729-0B38-F431-A89F19B3E6F4}"/>
          </ac:spMkLst>
        </pc:spChg>
        <pc:spChg chg="add mod">
          <ac:chgData name="Jonathan Kim" userId="S::jkim176@villanova.edu::21981541-d00f-4545-a55a-b314d9708808" providerId="AD" clId="Web-{41CE942A-AD1E-7D85-6636-C6D8778AA7F0}" dt="2025-04-01T00:21:33.697" v="189" actId="1076"/>
          <ac:spMkLst>
            <pc:docMk/>
            <pc:sldMk cId="3913219759" sldId="304"/>
            <ac:spMk id="17" creationId="{03C3E186-96D7-A3A7-F94F-0F1DBF249E3D}"/>
          </ac:spMkLst>
        </pc:spChg>
        <pc:picChg chg="add mod ord">
          <ac:chgData name="Jonathan Kim" userId="S::jkim176@villanova.edu::21981541-d00f-4545-a55a-b314d9708808" providerId="AD" clId="Web-{41CE942A-AD1E-7D85-6636-C6D8778AA7F0}" dt="2025-04-01T00:18:48.020" v="136" actId="1076"/>
          <ac:picMkLst>
            <pc:docMk/>
            <pc:sldMk cId="3913219759" sldId="304"/>
            <ac:picMk id="5" creationId="{4EE1BBF9-BE0E-E769-6188-7FFAF8C70E0A}"/>
          </ac:picMkLst>
        </pc:picChg>
        <pc:picChg chg="add mod">
          <ac:chgData name="Jonathan Kim" userId="S::jkim176@villanova.edu::21981541-d00f-4545-a55a-b314d9708808" providerId="AD" clId="Web-{41CE942A-AD1E-7D85-6636-C6D8778AA7F0}" dt="2025-04-01T00:21:24.603" v="183" actId="14100"/>
          <ac:picMkLst>
            <pc:docMk/>
            <pc:sldMk cId="3913219759" sldId="304"/>
            <ac:picMk id="6" creationId="{34C7D7DD-986A-537B-3E45-D1C0CD669B67}"/>
          </ac:picMkLst>
        </pc:picChg>
        <pc:picChg chg="add mod">
          <ac:chgData name="Jonathan Kim" userId="S::jkim176@villanova.edu::21981541-d00f-4545-a55a-b314d9708808" providerId="AD" clId="Web-{41CE942A-AD1E-7D85-6636-C6D8778AA7F0}" dt="2025-04-01T00:21:03.290" v="169" actId="1076"/>
          <ac:picMkLst>
            <pc:docMk/>
            <pc:sldMk cId="3913219759" sldId="304"/>
            <ac:picMk id="7" creationId="{73DB3030-F4AE-4AB0-E980-B5C63C6970E2}"/>
          </ac:picMkLst>
        </pc:picChg>
        <pc:picChg chg="add mod">
          <ac:chgData name="Jonathan Kim" userId="S::jkim176@villanova.edu::21981541-d00f-4545-a55a-b314d9708808" providerId="AD" clId="Web-{41CE942A-AD1E-7D85-6636-C6D8778AA7F0}" dt="2025-04-01T00:18:39.895" v="132" actId="1076"/>
          <ac:picMkLst>
            <pc:docMk/>
            <pc:sldMk cId="3913219759" sldId="304"/>
            <ac:picMk id="8" creationId="{33CCB254-9368-8B18-29F4-154F9B3BCE26}"/>
          </ac:picMkLst>
        </pc:picChg>
      </pc:sldChg>
      <pc:sldChg chg="addSp delSp modSp">
        <pc:chgData name="Jonathan Kim" userId="S::jkim176@villanova.edu::21981541-d00f-4545-a55a-b314d9708808" providerId="AD" clId="Web-{41CE942A-AD1E-7D85-6636-C6D8778AA7F0}" dt="2025-04-01T00:15:59.500" v="126" actId="1076"/>
        <pc:sldMkLst>
          <pc:docMk/>
          <pc:sldMk cId="2906491918" sldId="307"/>
        </pc:sldMkLst>
        <pc:spChg chg="mod">
          <ac:chgData name="Jonathan Kim" userId="S::jkim176@villanova.edu::21981541-d00f-4545-a55a-b314d9708808" providerId="AD" clId="Web-{41CE942A-AD1E-7D85-6636-C6D8778AA7F0}" dt="2025-04-01T00:15:59.500" v="126" actId="1076"/>
          <ac:spMkLst>
            <pc:docMk/>
            <pc:sldMk cId="2906491918" sldId="307"/>
            <ac:spMk id="2" creationId="{D54EDA75-0988-2AC2-87F8-8DEC83A7B9CA}"/>
          </ac:spMkLst>
        </pc:spChg>
        <pc:spChg chg="add del">
          <ac:chgData name="Jonathan Kim" userId="S::jkim176@villanova.edu::21981541-d00f-4545-a55a-b314d9708808" providerId="AD" clId="Web-{41CE942A-AD1E-7D85-6636-C6D8778AA7F0}" dt="2025-04-01T00:10:54.225" v="55"/>
          <ac:spMkLst>
            <pc:docMk/>
            <pc:sldMk cId="2906491918" sldId="307"/>
            <ac:spMk id="3" creationId="{963C5B93-6AB4-882B-AF77-0ACAB63CA77A}"/>
          </ac:spMkLst>
        </pc:spChg>
        <pc:spChg chg="add del">
          <ac:chgData name="Jonathan Kim" userId="S::jkim176@villanova.edu::21981541-d00f-4545-a55a-b314d9708808" providerId="AD" clId="Web-{41CE942A-AD1E-7D85-6636-C6D8778AA7F0}" dt="2025-04-01T00:10:59.913" v="58"/>
          <ac:spMkLst>
            <pc:docMk/>
            <pc:sldMk cId="2906491918" sldId="307"/>
            <ac:spMk id="4" creationId="{C3AC77C8-0325-6C1D-7A65-1BAFC5F916E7}"/>
          </ac:spMkLst>
        </pc:spChg>
        <pc:spChg chg="add del">
          <ac:chgData name="Jonathan Kim" userId="S::jkim176@villanova.edu::21981541-d00f-4545-a55a-b314d9708808" providerId="AD" clId="Web-{41CE942A-AD1E-7D85-6636-C6D8778AA7F0}" dt="2025-04-01T00:11:01.225" v="59"/>
          <ac:spMkLst>
            <pc:docMk/>
            <pc:sldMk cId="2906491918" sldId="307"/>
            <ac:spMk id="6" creationId="{06AAF870-09D1-92F2-396C-FFA4C044B0E4}"/>
          </ac:spMkLst>
        </pc:spChg>
        <pc:spChg chg="add del">
          <ac:chgData name="Jonathan Kim" userId="S::jkim176@villanova.edu::21981541-d00f-4545-a55a-b314d9708808" providerId="AD" clId="Web-{41CE942A-AD1E-7D85-6636-C6D8778AA7F0}" dt="2025-04-01T00:11:07.944" v="62"/>
          <ac:spMkLst>
            <pc:docMk/>
            <pc:sldMk cId="2906491918" sldId="307"/>
            <ac:spMk id="8" creationId="{BE0AE8AE-192D-0F9D-3137-B7301AF86CB7}"/>
          </ac:spMkLst>
        </pc:spChg>
        <pc:spChg chg="add del">
          <ac:chgData name="Jonathan Kim" userId="S::jkim176@villanova.edu::21981541-d00f-4545-a55a-b314d9708808" providerId="AD" clId="Web-{41CE942A-AD1E-7D85-6636-C6D8778AA7F0}" dt="2025-04-01T00:11:09.007" v="63"/>
          <ac:spMkLst>
            <pc:docMk/>
            <pc:sldMk cId="2906491918" sldId="307"/>
            <ac:spMk id="10" creationId="{9A5B72B9-EACC-C327-A329-6AAA72207787}"/>
          </ac:spMkLst>
        </pc:spChg>
        <pc:spChg chg="add del mod">
          <ac:chgData name="Jonathan Kim" userId="S::jkim176@villanova.edu::21981541-d00f-4545-a55a-b314d9708808" providerId="AD" clId="Web-{41CE942A-AD1E-7D85-6636-C6D8778AA7F0}" dt="2025-04-01T00:13:08.010" v="104"/>
          <ac:spMkLst>
            <pc:docMk/>
            <pc:sldMk cId="2906491918" sldId="307"/>
            <ac:spMk id="11" creationId="{74E5D158-C643-77B4-CDFF-692D07720B74}"/>
          </ac:spMkLst>
        </pc:spChg>
        <pc:spChg chg="add del mod">
          <ac:chgData name="Jonathan Kim" userId="S::jkim176@villanova.edu::21981541-d00f-4545-a55a-b314d9708808" providerId="AD" clId="Web-{41CE942A-AD1E-7D85-6636-C6D8778AA7F0}" dt="2025-04-01T00:13:12.604" v="106"/>
          <ac:spMkLst>
            <pc:docMk/>
            <pc:sldMk cId="2906491918" sldId="307"/>
            <ac:spMk id="13" creationId="{1F155B69-3214-4A84-43F2-439D68009D8B}"/>
          </ac:spMkLst>
        </pc:spChg>
        <pc:spChg chg="add del mod">
          <ac:chgData name="Jonathan Kim" userId="S::jkim176@villanova.edu::21981541-d00f-4545-a55a-b314d9708808" providerId="AD" clId="Web-{41CE942A-AD1E-7D85-6636-C6D8778AA7F0}" dt="2025-04-01T00:13:30.136" v="108"/>
          <ac:spMkLst>
            <pc:docMk/>
            <pc:sldMk cId="2906491918" sldId="307"/>
            <ac:spMk id="16" creationId="{E2D58B0D-155D-2EC4-0C88-0FD26AE033AC}"/>
          </ac:spMkLst>
        </pc:spChg>
        <pc:spChg chg="add del mod">
          <ac:chgData name="Jonathan Kim" userId="S::jkim176@villanova.edu::21981541-d00f-4545-a55a-b314d9708808" providerId="AD" clId="Web-{41CE942A-AD1E-7D85-6636-C6D8778AA7F0}" dt="2025-04-01T00:13:41.339" v="113"/>
          <ac:spMkLst>
            <pc:docMk/>
            <pc:sldMk cId="2906491918" sldId="307"/>
            <ac:spMk id="19" creationId="{B1FC6660-450C-40D3-D52C-84C38919C921}"/>
          </ac:spMkLst>
        </pc:spChg>
        <pc:spChg chg="add del mod">
          <ac:chgData name="Jonathan Kim" userId="S::jkim176@villanova.edu::21981541-d00f-4545-a55a-b314d9708808" providerId="AD" clId="Web-{41CE942A-AD1E-7D85-6636-C6D8778AA7F0}" dt="2025-04-01T00:13:59.574" v="117"/>
          <ac:spMkLst>
            <pc:docMk/>
            <pc:sldMk cId="2906491918" sldId="307"/>
            <ac:spMk id="22" creationId="{9074C5C1-795B-857B-3188-5EE805B72EE1}"/>
          </ac:spMkLst>
        </pc:spChg>
        <pc:picChg chg="del">
          <ac:chgData name="Jonathan Kim" userId="S::jkim176@villanova.edu::21981541-d00f-4545-a55a-b314d9708808" providerId="AD" clId="Web-{41CE942A-AD1E-7D85-6636-C6D8778AA7F0}" dt="2025-04-01T00:13:11.682" v="105"/>
          <ac:picMkLst>
            <pc:docMk/>
            <pc:sldMk cId="2906491918" sldId="307"/>
            <ac:picMk id="7" creationId="{DD186EAB-37C7-E7E6-AE8D-F077D02804F9}"/>
          </ac:picMkLst>
        </pc:picChg>
        <pc:picChg chg="add del mod ord">
          <ac:chgData name="Jonathan Kim" userId="S::jkim176@villanova.edu::21981541-d00f-4545-a55a-b314d9708808" providerId="AD" clId="Web-{41CE942A-AD1E-7D85-6636-C6D8778AA7F0}" dt="2025-04-01T00:13:14.714" v="107"/>
          <ac:picMkLst>
            <pc:docMk/>
            <pc:sldMk cId="2906491918" sldId="307"/>
            <ac:picMk id="14" creationId="{4A443E97-46D6-E350-2EAF-C04DA710A1F7}"/>
          </ac:picMkLst>
        </pc:picChg>
        <pc:picChg chg="add del mod ord">
          <ac:chgData name="Jonathan Kim" userId="S::jkim176@villanova.edu::21981541-d00f-4545-a55a-b314d9708808" providerId="AD" clId="Web-{41CE942A-AD1E-7D85-6636-C6D8778AA7F0}" dt="2025-04-01T00:13:39.027" v="112"/>
          <ac:picMkLst>
            <pc:docMk/>
            <pc:sldMk cId="2906491918" sldId="307"/>
            <ac:picMk id="17" creationId="{EBF8B279-0AF1-F0EE-1C5C-764DC6FC42D6}"/>
          </ac:picMkLst>
        </pc:picChg>
        <pc:picChg chg="add del mod ord">
          <ac:chgData name="Jonathan Kim" userId="S::jkim176@villanova.edu::21981541-d00f-4545-a55a-b314d9708808" providerId="AD" clId="Web-{41CE942A-AD1E-7D85-6636-C6D8778AA7F0}" dt="2025-04-01T00:13:57.559" v="116"/>
          <ac:picMkLst>
            <pc:docMk/>
            <pc:sldMk cId="2906491918" sldId="307"/>
            <ac:picMk id="20" creationId="{0513068D-1BFB-DABA-D4D4-2602231F146A}"/>
          </ac:picMkLst>
        </pc:picChg>
        <pc:picChg chg="add mod">
          <ac:chgData name="Jonathan Kim" userId="S::jkim176@villanova.edu::21981541-d00f-4545-a55a-b314d9708808" providerId="AD" clId="Web-{41CE942A-AD1E-7D85-6636-C6D8778AA7F0}" dt="2025-04-01T00:14:25.888" v="121" actId="1076"/>
          <ac:picMkLst>
            <pc:docMk/>
            <pc:sldMk cId="2906491918" sldId="307"/>
            <ac:picMk id="23" creationId="{EE2E59DA-AEDB-E8C5-489A-7EB55C9C3AAD}"/>
          </ac:picMkLst>
        </pc:picChg>
        <pc:picChg chg="add mod">
          <ac:chgData name="Jonathan Kim" userId="S::jkim176@villanova.edu::21981541-d00f-4545-a55a-b314d9708808" providerId="AD" clId="Web-{41CE942A-AD1E-7D85-6636-C6D8778AA7F0}" dt="2025-04-01T00:15:53.765" v="125" actId="1076"/>
          <ac:picMkLst>
            <pc:docMk/>
            <pc:sldMk cId="2906491918" sldId="307"/>
            <ac:picMk id="24" creationId="{1A0FD507-3A5E-9869-0C23-5C54C52ACA2F}"/>
          </ac:picMkLst>
        </pc:picChg>
      </pc:sldChg>
    </pc:docChg>
  </pc:docChgLst>
  <pc:docChgLst>
    <pc:chgData name="Demetrius Schank" userId="S::dschan02@villanova.edu::de37c640-0505-4c0a-929f-01f21418fa5b" providerId="AD" clId="Web-{DF96DFE7-BB73-D916-93FB-8B72897223AF}"/>
    <pc:docChg chg="addSld modSld sldOrd">
      <pc:chgData name="Demetrius Schank" userId="S::dschan02@villanova.edu::de37c640-0505-4c0a-929f-01f21418fa5b" providerId="AD" clId="Web-{DF96DFE7-BB73-D916-93FB-8B72897223AF}" dt="2025-04-01T16:15:04.969" v="44" actId="20577"/>
      <pc:docMkLst>
        <pc:docMk/>
      </pc:docMkLst>
      <pc:sldChg chg="delSp modSp ord">
        <pc:chgData name="Demetrius Schank" userId="S::dschan02@villanova.edu::de37c640-0505-4c0a-929f-01f21418fa5b" providerId="AD" clId="Web-{DF96DFE7-BB73-D916-93FB-8B72897223AF}" dt="2025-04-01T16:15:04.969" v="44" actId="20577"/>
        <pc:sldMkLst>
          <pc:docMk/>
          <pc:sldMk cId="2468595790" sldId="315"/>
        </pc:sldMkLst>
        <pc:spChg chg="mod">
          <ac:chgData name="Demetrius Schank" userId="S::dschan02@villanova.edu::de37c640-0505-4c0a-929f-01f21418fa5b" providerId="AD" clId="Web-{DF96DFE7-BB73-D916-93FB-8B72897223AF}" dt="2025-04-01T16:14:00.732" v="14" actId="20577"/>
          <ac:spMkLst>
            <pc:docMk/>
            <pc:sldMk cId="2468595790" sldId="315"/>
            <ac:spMk id="2" creationId="{B28A34A6-22BC-27A4-2C79-EE98A4943B14}"/>
          </ac:spMkLst>
        </pc:spChg>
        <pc:spChg chg="del">
          <ac:chgData name="Demetrius Schank" userId="S::dschan02@villanova.edu::de37c640-0505-4c0a-929f-01f21418fa5b" providerId="AD" clId="Web-{DF96DFE7-BB73-D916-93FB-8B72897223AF}" dt="2025-04-01T16:14:12.373" v="17"/>
          <ac:spMkLst>
            <pc:docMk/>
            <pc:sldMk cId="2468595790" sldId="315"/>
            <ac:spMk id="3" creationId="{7267C004-8B72-C872-98FB-00A2A584D055}"/>
          </ac:spMkLst>
        </pc:spChg>
        <pc:spChg chg="mod">
          <ac:chgData name="Demetrius Schank" userId="S::dschan02@villanova.edu::de37c640-0505-4c0a-929f-01f21418fa5b" providerId="AD" clId="Web-{DF96DFE7-BB73-D916-93FB-8B72897223AF}" dt="2025-04-01T16:15:04.969" v="44" actId="20577"/>
          <ac:spMkLst>
            <pc:docMk/>
            <pc:sldMk cId="2468595790" sldId="315"/>
            <ac:spMk id="16" creationId="{AEF9954A-E263-8A7E-58B1-4D03F7D1BD9B}"/>
          </ac:spMkLst>
        </pc:spChg>
        <pc:spChg chg="mod">
          <ac:chgData name="Demetrius Schank" userId="S::dschan02@villanova.edu::de37c640-0505-4c0a-929f-01f21418fa5b" providerId="AD" clId="Web-{DF96DFE7-BB73-D916-93FB-8B72897223AF}" dt="2025-04-01T16:14:10.327" v="16" actId="1076"/>
          <ac:spMkLst>
            <pc:docMk/>
            <pc:sldMk cId="2468595790" sldId="315"/>
            <ac:spMk id="17" creationId="{33680A80-5C61-DD02-1119-0565C0AD5372}"/>
          </ac:spMkLst>
        </pc:spChg>
      </pc:sldChg>
      <pc:sldChg chg="modSp">
        <pc:chgData name="Demetrius Schank" userId="S::dschan02@villanova.edu::de37c640-0505-4c0a-929f-01f21418fa5b" providerId="AD" clId="Web-{DF96DFE7-BB73-D916-93FB-8B72897223AF}" dt="2025-04-01T16:12:12.385" v="0" actId="1076"/>
        <pc:sldMkLst>
          <pc:docMk/>
          <pc:sldMk cId="3670971320" sldId="324"/>
        </pc:sldMkLst>
        <pc:picChg chg="mod">
          <ac:chgData name="Demetrius Schank" userId="S::dschan02@villanova.edu::de37c640-0505-4c0a-929f-01f21418fa5b" providerId="AD" clId="Web-{DF96DFE7-BB73-D916-93FB-8B72897223AF}" dt="2025-04-01T16:12:12.385" v="0" actId="1076"/>
          <ac:picMkLst>
            <pc:docMk/>
            <pc:sldMk cId="3670971320" sldId="324"/>
            <ac:picMk id="1026" creationId="{33540FAC-D569-2E92-38A3-D2800A795AB9}"/>
          </ac:picMkLst>
        </pc:picChg>
      </pc:sldChg>
      <pc:sldChg chg="add replId">
        <pc:chgData name="Demetrius Schank" userId="S::dschan02@villanova.edu::de37c640-0505-4c0a-929f-01f21418fa5b" providerId="AD" clId="Web-{DF96DFE7-BB73-D916-93FB-8B72897223AF}" dt="2025-04-01T16:13:37.732" v="1"/>
        <pc:sldMkLst>
          <pc:docMk/>
          <pc:sldMk cId="1188374701" sldId="326"/>
        </pc:sldMkLst>
      </pc:sldChg>
    </pc:docChg>
  </pc:docChgLst>
  <pc:docChgLst>
    <pc:chgData name="John Ahn" userId="S::jahn02@villanova.edu::028beabd-4527-4b6e-86a8-a715a520c9f6" providerId="AD" clId="Web-{FCEFC621-05AC-7450-3E72-E8C412162139}"/>
    <pc:docChg chg="modSld">
      <pc:chgData name="John Ahn" userId="S::jahn02@villanova.edu::028beabd-4527-4b6e-86a8-a715a520c9f6" providerId="AD" clId="Web-{FCEFC621-05AC-7450-3E72-E8C412162139}" dt="2025-03-31T23:22:37.514" v="10" actId="20577"/>
      <pc:docMkLst>
        <pc:docMk/>
      </pc:docMkLst>
      <pc:sldChg chg="modSp">
        <pc:chgData name="John Ahn" userId="S::jahn02@villanova.edu::028beabd-4527-4b6e-86a8-a715a520c9f6" providerId="AD" clId="Web-{FCEFC621-05AC-7450-3E72-E8C412162139}" dt="2025-03-31T23:22:37.514" v="10" actId="20577"/>
        <pc:sldMkLst>
          <pc:docMk/>
          <pc:sldMk cId="4120704157" sldId="323"/>
        </pc:sldMkLst>
        <pc:spChg chg="mod">
          <ac:chgData name="John Ahn" userId="S::jahn02@villanova.edu::028beabd-4527-4b6e-86a8-a715a520c9f6" providerId="AD" clId="Web-{FCEFC621-05AC-7450-3E72-E8C412162139}" dt="2025-03-31T23:22:19.263" v="5" actId="1076"/>
          <ac:spMkLst>
            <pc:docMk/>
            <pc:sldMk cId="4120704157" sldId="323"/>
            <ac:spMk id="2" creationId="{C9A7EE93-0BCB-FD44-1002-6F5994A2F179}"/>
          </ac:spMkLst>
        </pc:spChg>
        <pc:spChg chg="mod">
          <ac:chgData name="John Ahn" userId="S::jahn02@villanova.edu::028beabd-4527-4b6e-86a8-a715a520c9f6" providerId="AD" clId="Web-{FCEFC621-05AC-7450-3E72-E8C412162139}" dt="2025-03-31T23:22:37.514" v="10" actId="20577"/>
          <ac:spMkLst>
            <pc:docMk/>
            <pc:sldMk cId="4120704157" sldId="323"/>
            <ac:spMk id="4" creationId="{C4390C24-B916-0923-12B1-76C9885CA0AA}"/>
          </ac:spMkLst>
        </pc:spChg>
        <pc:spChg chg="mod">
          <ac:chgData name="John Ahn" userId="S::jahn02@villanova.edu::028beabd-4527-4b6e-86a8-a715a520c9f6" providerId="AD" clId="Web-{FCEFC621-05AC-7450-3E72-E8C412162139}" dt="2025-03-31T23:22:34.201" v="9" actId="20577"/>
          <ac:spMkLst>
            <pc:docMk/>
            <pc:sldMk cId="4120704157" sldId="323"/>
            <ac:spMk id="6" creationId="{6D827DCA-F54D-3526-7122-7C5D7D1C4B5C}"/>
          </ac:spMkLst>
        </pc:spChg>
      </pc:sldChg>
    </pc:docChg>
  </pc:docChgLst>
  <pc:docChgLst>
    <pc:chgData name="John Ahn" userId="S::jahn02@villanova.edu::028beabd-4527-4b6e-86a8-a715a520c9f6" providerId="AD" clId="Web-{E42CD17A-705C-2D4F-7F8A-39AD331D1DF9}"/>
    <pc:docChg chg="modSld">
      <pc:chgData name="John Ahn" userId="S::jahn02@villanova.edu::028beabd-4527-4b6e-86a8-a715a520c9f6" providerId="AD" clId="Web-{E42CD17A-705C-2D4F-7F8A-39AD331D1DF9}" dt="2025-03-31T23:20:41.545" v="20" actId="14100"/>
      <pc:docMkLst>
        <pc:docMk/>
      </pc:docMkLst>
      <pc:sldChg chg="addSp delSp modSp">
        <pc:chgData name="John Ahn" userId="S::jahn02@villanova.edu::028beabd-4527-4b6e-86a8-a715a520c9f6" providerId="AD" clId="Web-{E42CD17A-705C-2D4F-7F8A-39AD331D1DF9}" dt="2025-03-31T23:20:41.545" v="20" actId="14100"/>
        <pc:sldMkLst>
          <pc:docMk/>
          <pc:sldMk cId="4120704157" sldId="323"/>
        </pc:sldMkLst>
        <pc:spChg chg="del mod">
          <ac:chgData name="John Ahn" userId="S::jahn02@villanova.edu::028beabd-4527-4b6e-86a8-a715a520c9f6" providerId="AD" clId="Web-{E42CD17A-705C-2D4F-7F8A-39AD331D1DF9}" dt="2025-03-31T23:19:42.137" v="2"/>
          <ac:spMkLst>
            <pc:docMk/>
            <pc:sldMk cId="4120704157" sldId="323"/>
            <ac:spMk id="3" creationId="{1C615755-D74A-6085-87B2-9ADD87C44916}"/>
          </ac:spMkLst>
        </pc:spChg>
        <pc:spChg chg="add mod">
          <ac:chgData name="John Ahn" userId="S::jahn02@villanova.edu::028beabd-4527-4b6e-86a8-a715a520c9f6" providerId="AD" clId="Web-{E42CD17A-705C-2D4F-7F8A-39AD331D1DF9}" dt="2025-03-31T23:20:41.545" v="20" actId="14100"/>
          <ac:spMkLst>
            <pc:docMk/>
            <pc:sldMk cId="4120704157" sldId="323"/>
            <ac:spMk id="4" creationId="{C4390C24-B916-0923-12B1-76C9885CA0AA}"/>
          </ac:spMkLst>
        </pc:spChg>
        <pc:spChg chg="mod">
          <ac:chgData name="John Ahn" userId="S::jahn02@villanova.edu::028beabd-4527-4b6e-86a8-a715a520c9f6" providerId="AD" clId="Web-{E42CD17A-705C-2D4F-7F8A-39AD331D1DF9}" dt="2025-03-31T23:20:30.185" v="18" actId="20577"/>
          <ac:spMkLst>
            <pc:docMk/>
            <pc:sldMk cId="4120704157" sldId="323"/>
            <ac:spMk id="6" creationId="{6D827DCA-F54D-3526-7122-7C5D7D1C4B5C}"/>
          </ac:spMkLst>
        </pc:spChg>
      </pc:sldChg>
    </pc:docChg>
  </pc:docChgLst>
  <pc:docChgLst>
    <pc:chgData name="Demetrius Schank" userId="de37c640-0505-4c0a-929f-01f21418fa5b" providerId="ADAL" clId="{F46D6524-BBFA-40E6-A320-6CDDB5683F33}"/>
    <pc:docChg chg="undo redo custSel addSld delSld modSld sldOrd">
      <pc:chgData name="Demetrius Schank" userId="de37c640-0505-4c0a-929f-01f21418fa5b" providerId="ADAL" clId="{F46D6524-BBFA-40E6-A320-6CDDB5683F33}" dt="2025-04-01T16:40:19.126" v="2309" actId="255"/>
      <pc:docMkLst>
        <pc:docMk/>
      </pc:docMkLst>
      <pc:sldChg chg="del">
        <pc:chgData name="Demetrius Schank" userId="de37c640-0505-4c0a-929f-01f21418fa5b" providerId="ADAL" clId="{F46D6524-BBFA-40E6-A320-6CDDB5683F33}" dt="2025-04-01T16:39:55.861" v="2294" actId="47"/>
        <pc:sldMkLst>
          <pc:docMk/>
          <pc:sldMk cId="2952923800" sldId="281"/>
        </pc:sldMkLst>
      </pc:sldChg>
      <pc:sldChg chg="addSp delSp modSp mod ord">
        <pc:chgData name="Demetrius Schank" userId="de37c640-0505-4c0a-929f-01f21418fa5b" providerId="ADAL" clId="{F46D6524-BBFA-40E6-A320-6CDDB5683F33}" dt="2025-04-01T04:18:39.300" v="851"/>
        <pc:sldMkLst>
          <pc:docMk/>
          <pc:sldMk cId="685681062" sldId="282"/>
        </pc:sldMkLst>
        <pc:spChg chg="mod">
          <ac:chgData name="Demetrius Schank" userId="de37c640-0505-4c0a-929f-01f21418fa5b" providerId="ADAL" clId="{F46D6524-BBFA-40E6-A320-6CDDB5683F33}" dt="2025-04-01T04:18:19.479" v="849" actId="20577"/>
          <ac:spMkLst>
            <pc:docMk/>
            <pc:sldMk cId="685681062" sldId="282"/>
            <ac:spMk id="2" creationId="{FD5E8954-9BCB-7FD9-A210-38DC54382D45}"/>
          </ac:spMkLst>
        </pc:spChg>
        <pc:spChg chg="del">
          <ac:chgData name="Demetrius Schank" userId="de37c640-0505-4c0a-929f-01f21418fa5b" providerId="ADAL" clId="{F46D6524-BBFA-40E6-A320-6CDDB5683F33}" dt="2025-04-01T04:13:48.064" v="788" actId="478"/>
          <ac:spMkLst>
            <pc:docMk/>
            <pc:sldMk cId="685681062" sldId="282"/>
            <ac:spMk id="3" creationId="{75111C33-898C-4414-4665-5136EB6FC126}"/>
          </ac:spMkLst>
        </pc:spChg>
        <pc:spChg chg="add del mod">
          <ac:chgData name="Demetrius Schank" userId="de37c640-0505-4c0a-929f-01f21418fa5b" providerId="ADAL" clId="{F46D6524-BBFA-40E6-A320-6CDDB5683F33}" dt="2025-04-01T04:14:05.856" v="789" actId="478"/>
          <ac:spMkLst>
            <pc:docMk/>
            <pc:sldMk cId="685681062" sldId="282"/>
            <ac:spMk id="5" creationId="{C35B2C30-2B04-0F47-E1C1-65C262FCEC10}"/>
          </ac:spMkLst>
        </pc:spChg>
        <pc:spChg chg="add mod topLvl">
          <ac:chgData name="Demetrius Schank" userId="de37c640-0505-4c0a-929f-01f21418fa5b" providerId="ADAL" clId="{F46D6524-BBFA-40E6-A320-6CDDB5683F33}" dt="2025-04-01T04:18:08.489" v="837" actId="164"/>
          <ac:spMkLst>
            <pc:docMk/>
            <pc:sldMk cId="685681062" sldId="282"/>
            <ac:spMk id="7" creationId="{1669DDAE-BF37-A0D3-BBE7-755A31448AAB}"/>
          </ac:spMkLst>
        </pc:spChg>
        <pc:spChg chg="add mod topLvl">
          <ac:chgData name="Demetrius Schank" userId="de37c640-0505-4c0a-929f-01f21418fa5b" providerId="ADAL" clId="{F46D6524-BBFA-40E6-A320-6CDDB5683F33}" dt="2025-04-01T04:18:08.489" v="837" actId="164"/>
          <ac:spMkLst>
            <pc:docMk/>
            <pc:sldMk cId="685681062" sldId="282"/>
            <ac:spMk id="8" creationId="{892B2AAF-A07E-D97D-E93C-25A0A14EDD05}"/>
          </ac:spMkLst>
        </pc:spChg>
        <pc:spChg chg="add mod topLvl">
          <ac:chgData name="Demetrius Schank" userId="de37c640-0505-4c0a-929f-01f21418fa5b" providerId="ADAL" clId="{F46D6524-BBFA-40E6-A320-6CDDB5683F33}" dt="2025-04-01T04:18:08.489" v="837" actId="164"/>
          <ac:spMkLst>
            <pc:docMk/>
            <pc:sldMk cId="685681062" sldId="282"/>
            <ac:spMk id="9" creationId="{32D076C4-CB1E-F36E-5F10-E5C004B86106}"/>
          </ac:spMkLst>
        </pc:spChg>
        <pc:spChg chg="add mod topLvl">
          <ac:chgData name="Demetrius Schank" userId="de37c640-0505-4c0a-929f-01f21418fa5b" providerId="ADAL" clId="{F46D6524-BBFA-40E6-A320-6CDDB5683F33}" dt="2025-04-01T04:18:08.489" v="837" actId="164"/>
          <ac:spMkLst>
            <pc:docMk/>
            <pc:sldMk cId="685681062" sldId="282"/>
            <ac:spMk id="10" creationId="{7250945A-670C-F55B-8E2D-0CCB0AED73A4}"/>
          </ac:spMkLst>
        </pc:spChg>
        <pc:spChg chg="add mod topLvl">
          <ac:chgData name="Demetrius Schank" userId="de37c640-0505-4c0a-929f-01f21418fa5b" providerId="ADAL" clId="{F46D6524-BBFA-40E6-A320-6CDDB5683F33}" dt="2025-04-01T04:18:08.489" v="837" actId="164"/>
          <ac:spMkLst>
            <pc:docMk/>
            <pc:sldMk cId="685681062" sldId="282"/>
            <ac:spMk id="15" creationId="{D79AF624-9052-A241-AE1E-82EDBE5BC28D}"/>
          </ac:spMkLst>
        </pc:spChg>
        <pc:spChg chg="add mod topLvl">
          <ac:chgData name="Demetrius Schank" userId="de37c640-0505-4c0a-929f-01f21418fa5b" providerId="ADAL" clId="{F46D6524-BBFA-40E6-A320-6CDDB5683F33}" dt="2025-04-01T04:18:08.489" v="837" actId="164"/>
          <ac:spMkLst>
            <pc:docMk/>
            <pc:sldMk cId="685681062" sldId="282"/>
            <ac:spMk id="16" creationId="{13CB8259-52BC-8CB7-6864-2103A34FF4CD}"/>
          </ac:spMkLst>
        </pc:spChg>
        <pc:spChg chg="add mod topLvl">
          <ac:chgData name="Demetrius Schank" userId="de37c640-0505-4c0a-929f-01f21418fa5b" providerId="ADAL" clId="{F46D6524-BBFA-40E6-A320-6CDDB5683F33}" dt="2025-04-01T04:18:08.489" v="837" actId="164"/>
          <ac:spMkLst>
            <pc:docMk/>
            <pc:sldMk cId="685681062" sldId="282"/>
            <ac:spMk id="17" creationId="{B30F5E04-5B55-1151-1338-B1848FFAB50A}"/>
          </ac:spMkLst>
        </pc:spChg>
        <pc:spChg chg="add mod topLvl">
          <ac:chgData name="Demetrius Schank" userId="de37c640-0505-4c0a-929f-01f21418fa5b" providerId="ADAL" clId="{F46D6524-BBFA-40E6-A320-6CDDB5683F33}" dt="2025-04-01T04:18:08.489" v="837" actId="164"/>
          <ac:spMkLst>
            <pc:docMk/>
            <pc:sldMk cId="685681062" sldId="282"/>
            <ac:spMk id="19" creationId="{BD342AE2-2938-CAB4-71E8-924977CE0A5B}"/>
          </ac:spMkLst>
        </pc:spChg>
        <pc:spChg chg="add mod topLvl">
          <ac:chgData name="Demetrius Schank" userId="de37c640-0505-4c0a-929f-01f21418fa5b" providerId="ADAL" clId="{F46D6524-BBFA-40E6-A320-6CDDB5683F33}" dt="2025-04-01T04:18:08.489" v="837" actId="164"/>
          <ac:spMkLst>
            <pc:docMk/>
            <pc:sldMk cId="685681062" sldId="282"/>
            <ac:spMk id="20" creationId="{73044F42-7D13-6BCF-3783-755BC4D5E433}"/>
          </ac:spMkLst>
        </pc:spChg>
        <pc:spChg chg="add mod topLvl">
          <ac:chgData name="Demetrius Schank" userId="de37c640-0505-4c0a-929f-01f21418fa5b" providerId="ADAL" clId="{F46D6524-BBFA-40E6-A320-6CDDB5683F33}" dt="2025-04-01T04:18:08.489" v="837" actId="164"/>
          <ac:spMkLst>
            <pc:docMk/>
            <pc:sldMk cId="685681062" sldId="282"/>
            <ac:spMk id="22" creationId="{4AB8E65F-D0D7-BE13-1206-DE31A58FDD0D}"/>
          </ac:spMkLst>
        </pc:spChg>
        <pc:spChg chg="del">
          <ac:chgData name="Demetrius Schank" userId="de37c640-0505-4c0a-929f-01f21418fa5b" providerId="ADAL" clId="{F46D6524-BBFA-40E6-A320-6CDDB5683F33}" dt="2025-04-01T04:13:40.243" v="786" actId="478"/>
          <ac:spMkLst>
            <pc:docMk/>
            <pc:sldMk cId="685681062" sldId="282"/>
            <ac:spMk id="23" creationId="{94FF72B7-0438-3641-5939-75128934B0DF}"/>
          </ac:spMkLst>
        </pc:spChg>
        <pc:grpChg chg="mod">
          <ac:chgData name="Demetrius Schank" userId="de37c640-0505-4c0a-929f-01f21418fa5b" providerId="ADAL" clId="{F46D6524-BBFA-40E6-A320-6CDDB5683F33}" dt="2025-04-01T04:14:30.413" v="799" actId="14100"/>
          <ac:grpSpMkLst>
            <pc:docMk/>
            <pc:sldMk cId="685681062" sldId="282"/>
            <ac:grpSpMk id="6" creationId="{D60A572F-A15B-98CA-5A79-F14AC1203BDD}"/>
          </ac:grpSpMkLst>
        </pc:grpChg>
        <pc:grpChg chg="mod">
          <ac:chgData name="Demetrius Schank" userId="de37c640-0505-4c0a-929f-01f21418fa5b" providerId="ADAL" clId="{F46D6524-BBFA-40E6-A320-6CDDB5683F33}" dt="2025-04-01T04:18:14.546" v="838" actId="1076"/>
          <ac:grpSpMkLst>
            <pc:docMk/>
            <pc:sldMk cId="685681062" sldId="282"/>
            <ac:grpSpMk id="26" creationId="{43DDE9C2-D299-B01F-3E3F-C500929433C7}"/>
          </ac:grpSpMkLst>
        </pc:grpChg>
        <pc:cxnChg chg="mod">
          <ac:chgData name="Demetrius Schank" userId="de37c640-0505-4c0a-929f-01f21418fa5b" providerId="ADAL" clId="{F46D6524-BBFA-40E6-A320-6CDDB5683F33}" dt="2025-04-01T04:16:49.404" v="828" actId="208"/>
          <ac:cxnSpMkLst>
            <pc:docMk/>
            <pc:sldMk cId="685681062" sldId="282"/>
            <ac:cxnSpMk id="11" creationId="{F0C8E7D0-1001-70CC-9DBD-59F93C98F0C0}"/>
          </ac:cxnSpMkLst>
        </pc:cxnChg>
        <pc:cxnChg chg="mod">
          <ac:chgData name="Demetrius Schank" userId="de37c640-0505-4c0a-929f-01f21418fa5b" providerId="ADAL" clId="{F46D6524-BBFA-40E6-A320-6CDDB5683F33}" dt="2025-04-01T04:17:05.450" v="829" actId="208"/>
          <ac:cxnSpMkLst>
            <pc:docMk/>
            <pc:sldMk cId="685681062" sldId="282"/>
            <ac:cxnSpMk id="12" creationId="{747C1581-7AC7-FA67-DBEC-FDCF2185F3A0}"/>
          </ac:cxnSpMkLst>
        </pc:cxnChg>
        <pc:cxnChg chg="mod">
          <ac:chgData name="Demetrius Schank" userId="de37c640-0505-4c0a-929f-01f21418fa5b" providerId="ADAL" clId="{F46D6524-BBFA-40E6-A320-6CDDB5683F33}" dt="2025-04-01T04:17:05.450" v="829" actId="208"/>
          <ac:cxnSpMkLst>
            <pc:docMk/>
            <pc:sldMk cId="685681062" sldId="282"/>
            <ac:cxnSpMk id="13" creationId="{72160458-B778-96CA-63FA-1FF792AB40B1}"/>
          </ac:cxnSpMkLst>
        </pc:cxnChg>
        <pc:cxnChg chg="mod">
          <ac:chgData name="Demetrius Schank" userId="de37c640-0505-4c0a-929f-01f21418fa5b" providerId="ADAL" clId="{F46D6524-BBFA-40E6-A320-6CDDB5683F33}" dt="2025-04-01T04:17:05.450" v="829" actId="208"/>
          <ac:cxnSpMkLst>
            <pc:docMk/>
            <pc:sldMk cId="685681062" sldId="282"/>
            <ac:cxnSpMk id="14" creationId="{FE15B8D4-303B-E873-22B3-1594D46AACD8}"/>
          </ac:cxnSpMkLst>
        </pc:cxnChg>
        <pc:cxnChg chg="mod">
          <ac:chgData name="Demetrius Schank" userId="de37c640-0505-4c0a-929f-01f21418fa5b" providerId="ADAL" clId="{F46D6524-BBFA-40E6-A320-6CDDB5683F33}" dt="2025-04-01T04:17:22.474" v="832" actId="208"/>
          <ac:cxnSpMkLst>
            <pc:docMk/>
            <pc:sldMk cId="685681062" sldId="282"/>
            <ac:cxnSpMk id="18" creationId="{EDF3EA74-42C7-1FEF-0210-A077ED6C959B}"/>
          </ac:cxnSpMkLst>
        </pc:cxnChg>
        <pc:cxnChg chg="mod">
          <ac:chgData name="Demetrius Schank" userId="de37c640-0505-4c0a-929f-01f21418fa5b" providerId="ADAL" clId="{F46D6524-BBFA-40E6-A320-6CDDB5683F33}" dt="2025-04-01T04:17:05.450" v="829" actId="208"/>
          <ac:cxnSpMkLst>
            <pc:docMk/>
            <pc:sldMk cId="685681062" sldId="282"/>
            <ac:cxnSpMk id="21" creationId="{64D31A3E-6F59-5795-E64E-A9089CA9FF03}"/>
          </ac:cxnSpMkLst>
        </pc:cxnChg>
        <pc:cxnChg chg="mod">
          <ac:chgData name="Demetrius Schank" userId="de37c640-0505-4c0a-929f-01f21418fa5b" providerId="ADAL" clId="{F46D6524-BBFA-40E6-A320-6CDDB5683F33}" dt="2025-04-01T04:17:05.450" v="829" actId="208"/>
          <ac:cxnSpMkLst>
            <pc:docMk/>
            <pc:sldMk cId="685681062" sldId="282"/>
            <ac:cxnSpMk id="24" creationId="{8CBF74DE-52AD-7C9B-573B-EB02C0410FA3}"/>
          </ac:cxnSpMkLst>
        </pc:cxnChg>
        <pc:cxnChg chg="mod">
          <ac:chgData name="Demetrius Schank" userId="de37c640-0505-4c0a-929f-01f21418fa5b" providerId="ADAL" clId="{F46D6524-BBFA-40E6-A320-6CDDB5683F33}" dt="2025-04-01T04:17:05.450" v="829" actId="208"/>
          <ac:cxnSpMkLst>
            <pc:docMk/>
            <pc:sldMk cId="685681062" sldId="282"/>
            <ac:cxnSpMk id="25" creationId="{2CD430C7-A28F-5665-7426-2882A3127C4D}"/>
          </ac:cxnSpMkLst>
        </pc:cxnChg>
      </pc:sldChg>
      <pc:sldChg chg="modSp mod">
        <pc:chgData name="Demetrius Schank" userId="de37c640-0505-4c0a-929f-01f21418fa5b" providerId="ADAL" clId="{F46D6524-BBFA-40E6-A320-6CDDB5683F33}" dt="2025-04-01T16:40:19.126" v="2309" actId="255"/>
        <pc:sldMkLst>
          <pc:docMk/>
          <pc:sldMk cId="1973173046" sldId="297"/>
        </pc:sldMkLst>
        <pc:spChg chg="mod">
          <ac:chgData name="Demetrius Schank" userId="de37c640-0505-4c0a-929f-01f21418fa5b" providerId="ADAL" clId="{F46D6524-BBFA-40E6-A320-6CDDB5683F33}" dt="2025-04-01T16:40:14.048" v="2308" actId="255"/>
          <ac:spMkLst>
            <pc:docMk/>
            <pc:sldMk cId="1973173046" sldId="297"/>
            <ac:spMk id="2" creationId="{509D22C5-0C9E-B582-A8FE-B45E70A01E7F}"/>
          </ac:spMkLst>
        </pc:spChg>
        <pc:spChg chg="mod">
          <ac:chgData name="Demetrius Schank" userId="de37c640-0505-4c0a-929f-01f21418fa5b" providerId="ADAL" clId="{F46D6524-BBFA-40E6-A320-6CDDB5683F33}" dt="2025-04-01T16:40:19.126" v="2309" actId="255"/>
          <ac:spMkLst>
            <pc:docMk/>
            <pc:sldMk cId="1973173046" sldId="297"/>
            <ac:spMk id="3" creationId="{D8B5CEF2-E667-BBB5-2EA6-C06F93B6DE12}"/>
          </ac:spMkLst>
        </pc:spChg>
      </pc:sldChg>
      <pc:sldChg chg="addSp delSp modSp mod ord">
        <pc:chgData name="Demetrius Schank" userId="de37c640-0505-4c0a-929f-01f21418fa5b" providerId="ADAL" clId="{F46D6524-BBFA-40E6-A320-6CDDB5683F33}" dt="2025-04-01T04:18:41.934" v="853"/>
        <pc:sldMkLst>
          <pc:docMk/>
          <pc:sldMk cId="2906491918" sldId="307"/>
        </pc:sldMkLst>
        <pc:spChg chg="add del mod">
          <ac:chgData name="Demetrius Schank" userId="de37c640-0505-4c0a-929f-01f21418fa5b" providerId="ADAL" clId="{F46D6524-BBFA-40E6-A320-6CDDB5683F33}" dt="2025-03-31T20:18:21.322" v="102" actId="478"/>
          <ac:spMkLst>
            <pc:docMk/>
            <pc:sldMk cId="2906491918" sldId="307"/>
            <ac:spMk id="4" creationId="{7A3125E7-7D1C-57AB-7D5A-6CA24E5D3CBA}"/>
          </ac:spMkLst>
        </pc:spChg>
        <pc:picChg chg="add del">
          <ac:chgData name="Demetrius Schank" userId="de37c640-0505-4c0a-929f-01f21418fa5b" providerId="ADAL" clId="{F46D6524-BBFA-40E6-A320-6CDDB5683F33}" dt="2025-03-31T20:18:21.322" v="102" actId="478"/>
          <ac:picMkLst>
            <pc:docMk/>
            <pc:sldMk cId="2906491918" sldId="307"/>
            <ac:picMk id="7" creationId="{DD186EAB-37C7-E7E6-AE8D-F077D02804F9}"/>
          </ac:picMkLst>
        </pc:picChg>
      </pc:sldChg>
      <pc:sldChg chg="addSp modSp mod">
        <pc:chgData name="Demetrius Schank" userId="de37c640-0505-4c0a-929f-01f21418fa5b" providerId="ADAL" clId="{F46D6524-BBFA-40E6-A320-6CDDB5683F33}" dt="2025-03-31T20:13:42.575" v="100" actId="1076"/>
        <pc:sldMkLst>
          <pc:docMk/>
          <pc:sldMk cId="2202437675" sldId="312"/>
        </pc:sldMkLst>
        <pc:spChg chg="mod">
          <ac:chgData name="Demetrius Schank" userId="de37c640-0505-4c0a-929f-01f21418fa5b" providerId="ADAL" clId="{F46D6524-BBFA-40E6-A320-6CDDB5683F33}" dt="2025-03-31T20:12:35.168" v="97" actId="207"/>
          <ac:spMkLst>
            <pc:docMk/>
            <pc:sldMk cId="2202437675" sldId="312"/>
            <ac:spMk id="2" creationId="{4207FF65-A536-F639-8591-ED024C223308}"/>
          </ac:spMkLst>
        </pc:spChg>
        <pc:spChg chg="add mod">
          <ac:chgData name="Demetrius Schank" userId="de37c640-0505-4c0a-929f-01f21418fa5b" providerId="ADAL" clId="{F46D6524-BBFA-40E6-A320-6CDDB5683F33}" dt="2025-03-31T20:13:42.575" v="100" actId="1076"/>
          <ac:spMkLst>
            <pc:docMk/>
            <pc:sldMk cId="2202437675" sldId="312"/>
            <ac:spMk id="3" creationId="{3E3EDE0E-5D7B-1078-D6DE-501172A49191}"/>
          </ac:spMkLst>
        </pc:spChg>
      </pc:sldChg>
      <pc:sldChg chg="del">
        <pc:chgData name="Demetrius Schank" userId="de37c640-0505-4c0a-929f-01f21418fa5b" providerId="ADAL" clId="{F46D6524-BBFA-40E6-A320-6CDDB5683F33}" dt="2025-04-01T16:39:55.861" v="2294" actId="47"/>
        <pc:sldMkLst>
          <pc:docMk/>
          <pc:sldMk cId="1131718056" sldId="314"/>
        </pc:sldMkLst>
      </pc:sldChg>
      <pc:sldChg chg="delSp modSp mod">
        <pc:chgData name="Demetrius Schank" userId="de37c640-0505-4c0a-929f-01f21418fa5b" providerId="ADAL" clId="{F46D6524-BBFA-40E6-A320-6CDDB5683F33}" dt="2025-04-01T16:39:33.997" v="2293" actId="20577"/>
        <pc:sldMkLst>
          <pc:docMk/>
          <pc:sldMk cId="2468595790" sldId="315"/>
        </pc:sldMkLst>
        <pc:spChg chg="mod">
          <ac:chgData name="Demetrius Schank" userId="de37c640-0505-4c0a-929f-01f21418fa5b" providerId="ADAL" clId="{F46D6524-BBFA-40E6-A320-6CDDB5683F33}" dt="2025-04-01T16:31:56.596" v="1888" actId="1076"/>
          <ac:spMkLst>
            <pc:docMk/>
            <pc:sldMk cId="2468595790" sldId="315"/>
            <ac:spMk id="2" creationId="{B28A34A6-22BC-27A4-2C79-EE98A4943B14}"/>
          </ac:spMkLst>
        </pc:spChg>
        <pc:spChg chg="mod">
          <ac:chgData name="Demetrius Schank" userId="de37c640-0505-4c0a-929f-01f21418fa5b" providerId="ADAL" clId="{F46D6524-BBFA-40E6-A320-6CDDB5683F33}" dt="2025-04-01T16:39:33.997" v="2293" actId="20577"/>
          <ac:spMkLst>
            <pc:docMk/>
            <pc:sldMk cId="2468595790" sldId="315"/>
            <ac:spMk id="16" creationId="{AEF9954A-E263-8A7E-58B1-4D03F7D1BD9B}"/>
          </ac:spMkLst>
        </pc:spChg>
        <pc:spChg chg="del">
          <ac:chgData name="Demetrius Schank" userId="de37c640-0505-4c0a-929f-01f21418fa5b" providerId="ADAL" clId="{F46D6524-BBFA-40E6-A320-6CDDB5683F33}" dt="2025-04-01T16:21:34.861" v="1343" actId="478"/>
          <ac:spMkLst>
            <pc:docMk/>
            <pc:sldMk cId="2468595790" sldId="315"/>
            <ac:spMk id="17" creationId="{33680A80-5C61-DD02-1119-0565C0AD5372}"/>
          </ac:spMkLst>
        </pc:spChg>
      </pc:sldChg>
      <pc:sldChg chg="del">
        <pc:chgData name="Demetrius Schank" userId="de37c640-0505-4c0a-929f-01f21418fa5b" providerId="ADAL" clId="{F46D6524-BBFA-40E6-A320-6CDDB5683F33}" dt="2025-04-01T16:39:55.861" v="2294" actId="47"/>
        <pc:sldMkLst>
          <pc:docMk/>
          <pc:sldMk cId="1941619646" sldId="317"/>
        </pc:sldMkLst>
      </pc:sldChg>
      <pc:sldChg chg="del">
        <pc:chgData name="Demetrius Schank" userId="de37c640-0505-4c0a-929f-01f21418fa5b" providerId="ADAL" clId="{F46D6524-BBFA-40E6-A320-6CDDB5683F33}" dt="2025-04-01T16:39:55.861" v="2294" actId="47"/>
        <pc:sldMkLst>
          <pc:docMk/>
          <pc:sldMk cId="4072101725" sldId="318"/>
        </pc:sldMkLst>
      </pc:sldChg>
      <pc:sldChg chg="del">
        <pc:chgData name="Demetrius Schank" userId="de37c640-0505-4c0a-929f-01f21418fa5b" providerId="ADAL" clId="{F46D6524-BBFA-40E6-A320-6CDDB5683F33}" dt="2025-04-01T16:39:55.861" v="2294" actId="47"/>
        <pc:sldMkLst>
          <pc:docMk/>
          <pc:sldMk cId="3969996159" sldId="319"/>
        </pc:sldMkLst>
      </pc:sldChg>
      <pc:sldChg chg="addSp delSp modSp mod ord">
        <pc:chgData name="Demetrius Schank" userId="de37c640-0505-4c0a-929f-01f21418fa5b" providerId="ADAL" clId="{F46D6524-BBFA-40E6-A320-6CDDB5683F33}" dt="2025-04-01T16:36:25.076" v="1994" actId="1076"/>
        <pc:sldMkLst>
          <pc:docMk/>
          <pc:sldMk cId="2498021601" sldId="321"/>
        </pc:sldMkLst>
        <pc:spChg chg="del">
          <ac:chgData name="Demetrius Schank" userId="de37c640-0505-4c0a-929f-01f21418fa5b" providerId="ADAL" clId="{F46D6524-BBFA-40E6-A320-6CDDB5683F33}" dt="2025-04-01T16:34:50.901" v="1976" actId="478"/>
          <ac:spMkLst>
            <pc:docMk/>
            <pc:sldMk cId="2498021601" sldId="321"/>
            <ac:spMk id="2" creationId="{1DCFAD14-1AAA-8CDA-A49B-523FD6C66F35}"/>
          </ac:spMkLst>
        </pc:spChg>
        <pc:spChg chg="mod">
          <ac:chgData name="Demetrius Schank" userId="de37c640-0505-4c0a-929f-01f21418fa5b" providerId="ADAL" clId="{F46D6524-BBFA-40E6-A320-6CDDB5683F33}" dt="2025-04-01T16:36:25.076" v="1994" actId="1076"/>
          <ac:spMkLst>
            <pc:docMk/>
            <pc:sldMk cId="2498021601" sldId="321"/>
            <ac:spMk id="3" creationId="{38D62608-F5E4-7EC0-5EF0-4F988DDDEC5B}"/>
          </ac:spMkLst>
        </pc:spChg>
        <pc:spChg chg="add del mod">
          <ac:chgData name="Demetrius Schank" userId="de37c640-0505-4c0a-929f-01f21418fa5b" providerId="ADAL" clId="{F46D6524-BBFA-40E6-A320-6CDDB5683F33}" dt="2025-04-01T16:34:47.635" v="1974" actId="478"/>
          <ac:spMkLst>
            <pc:docMk/>
            <pc:sldMk cId="2498021601" sldId="321"/>
            <ac:spMk id="5" creationId="{718ED247-8F6C-B44C-7BF6-2EB36583194D}"/>
          </ac:spMkLst>
        </pc:spChg>
        <pc:spChg chg="add del mod">
          <ac:chgData name="Demetrius Schank" userId="de37c640-0505-4c0a-929f-01f21418fa5b" providerId="ADAL" clId="{F46D6524-BBFA-40E6-A320-6CDDB5683F33}" dt="2025-04-01T16:34:49.120" v="1975" actId="478"/>
          <ac:spMkLst>
            <pc:docMk/>
            <pc:sldMk cId="2498021601" sldId="321"/>
            <ac:spMk id="7" creationId="{2737D2A1-FBE8-5B5D-8F0D-9451AEBA4CF3}"/>
          </ac:spMkLst>
        </pc:spChg>
        <pc:spChg chg="add mod ord">
          <ac:chgData name="Demetrius Schank" userId="de37c640-0505-4c0a-929f-01f21418fa5b" providerId="ADAL" clId="{F46D6524-BBFA-40E6-A320-6CDDB5683F33}" dt="2025-04-01T16:36:16.209" v="1993" actId="170"/>
          <ac:spMkLst>
            <pc:docMk/>
            <pc:sldMk cId="2498021601" sldId="321"/>
            <ac:spMk id="10" creationId="{5BD33CF0-3066-2ADB-C854-A19DFB7F7048}"/>
          </ac:spMkLst>
        </pc:spChg>
        <pc:spChg chg="del">
          <ac:chgData name="Demetrius Schank" userId="de37c640-0505-4c0a-929f-01f21418fa5b" providerId="ADAL" clId="{F46D6524-BBFA-40E6-A320-6CDDB5683F33}" dt="2025-04-01T16:34:44.478" v="1972" actId="478"/>
          <ac:spMkLst>
            <pc:docMk/>
            <pc:sldMk cId="2498021601" sldId="321"/>
            <ac:spMk id="12" creationId="{288BD9B8-D6A6-D55A-830D-4D3CC2DC3933}"/>
          </ac:spMkLst>
        </pc:spChg>
        <pc:spChg chg="del">
          <ac:chgData name="Demetrius Schank" userId="de37c640-0505-4c0a-929f-01f21418fa5b" providerId="ADAL" clId="{F46D6524-BBFA-40E6-A320-6CDDB5683F33}" dt="2025-04-01T16:34:46.306" v="1973" actId="478"/>
          <ac:spMkLst>
            <pc:docMk/>
            <pc:sldMk cId="2498021601" sldId="321"/>
            <ac:spMk id="13" creationId="{0853098E-C088-D323-4BF2-987893F262F6}"/>
          </ac:spMkLst>
        </pc:spChg>
        <pc:picChg chg="add mod ord modCrop">
          <ac:chgData name="Demetrius Schank" userId="de37c640-0505-4c0a-929f-01f21418fa5b" providerId="ADAL" clId="{F46D6524-BBFA-40E6-A320-6CDDB5683F33}" dt="2025-04-01T16:35:46.996" v="1988" actId="1076"/>
          <ac:picMkLst>
            <pc:docMk/>
            <pc:sldMk cId="2498021601" sldId="321"/>
            <ac:picMk id="9" creationId="{8BD853BC-8E42-40C4-C496-425675D7D7EB}"/>
          </ac:picMkLst>
        </pc:picChg>
      </pc:sldChg>
      <pc:sldChg chg="del">
        <pc:chgData name="Demetrius Schank" userId="de37c640-0505-4c0a-929f-01f21418fa5b" providerId="ADAL" clId="{F46D6524-BBFA-40E6-A320-6CDDB5683F33}" dt="2025-04-01T16:39:55.861" v="2294" actId="47"/>
        <pc:sldMkLst>
          <pc:docMk/>
          <pc:sldMk cId="1686213229" sldId="322"/>
        </pc:sldMkLst>
      </pc:sldChg>
      <pc:sldChg chg="addSp delSp modSp add mod ord modClrScheme chgLayout">
        <pc:chgData name="Demetrius Schank" userId="de37c640-0505-4c0a-929f-01f21418fa5b" providerId="ADAL" clId="{F46D6524-BBFA-40E6-A320-6CDDB5683F33}" dt="2025-04-01T04:20:21.797" v="854" actId="948"/>
        <pc:sldMkLst>
          <pc:docMk/>
          <pc:sldMk cId="4120704157" sldId="323"/>
        </pc:sldMkLst>
        <pc:spChg chg="mod">
          <ac:chgData name="Demetrius Schank" userId="de37c640-0505-4c0a-929f-01f21418fa5b" providerId="ADAL" clId="{F46D6524-BBFA-40E6-A320-6CDDB5683F33}" dt="2025-04-01T03:33:38.301" v="699" actId="1076"/>
          <ac:spMkLst>
            <pc:docMk/>
            <pc:sldMk cId="4120704157" sldId="323"/>
            <ac:spMk id="2" creationId="{C9A7EE93-0BCB-FD44-1002-6F5994A2F179}"/>
          </ac:spMkLst>
        </pc:spChg>
        <pc:spChg chg="add mod">
          <ac:chgData name="Demetrius Schank" userId="de37c640-0505-4c0a-929f-01f21418fa5b" providerId="ADAL" clId="{F46D6524-BBFA-40E6-A320-6CDDB5683F33}" dt="2025-03-31T20:23:22.493" v="142" actId="1076"/>
          <ac:spMkLst>
            <pc:docMk/>
            <pc:sldMk cId="4120704157" sldId="323"/>
            <ac:spMk id="4" creationId="{D5FE560C-D049-A61F-A718-5022F0281E07}"/>
          </ac:spMkLst>
        </pc:spChg>
        <pc:spChg chg="add del mod">
          <ac:chgData name="Demetrius Schank" userId="de37c640-0505-4c0a-929f-01f21418fa5b" providerId="ADAL" clId="{F46D6524-BBFA-40E6-A320-6CDDB5683F33}" dt="2025-03-31T20:24:12.032" v="164" actId="478"/>
          <ac:spMkLst>
            <pc:docMk/>
            <pc:sldMk cId="4120704157" sldId="323"/>
            <ac:spMk id="5" creationId="{010F906D-897E-0220-B778-607756CB5BA3}"/>
          </ac:spMkLst>
        </pc:spChg>
        <pc:spChg chg="add del">
          <ac:chgData name="Demetrius Schank" userId="de37c640-0505-4c0a-929f-01f21418fa5b" providerId="ADAL" clId="{F46D6524-BBFA-40E6-A320-6CDDB5683F33}" dt="2025-04-01T03:27:14.026" v="631" actId="22"/>
          <ac:spMkLst>
            <pc:docMk/>
            <pc:sldMk cId="4120704157" sldId="323"/>
            <ac:spMk id="5" creationId="{CF86F1E5-7FE3-22D3-C53D-271E1AF6E692}"/>
          </ac:spMkLst>
        </pc:spChg>
        <pc:spChg chg="add del mod">
          <ac:chgData name="Demetrius Schank" userId="de37c640-0505-4c0a-929f-01f21418fa5b" providerId="ADAL" clId="{F46D6524-BBFA-40E6-A320-6CDDB5683F33}" dt="2025-04-01T04:20:21.797" v="854" actId="948"/>
          <ac:spMkLst>
            <pc:docMk/>
            <pc:sldMk cId="4120704157" sldId="323"/>
            <ac:spMk id="6" creationId="{6D827DCA-F54D-3526-7122-7C5D7D1C4B5C}"/>
          </ac:spMkLst>
        </pc:spChg>
        <pc:spChg chg="add del">
          <ac:chgData name="Demetrius Schank" userId="de37c640-0505-4c0a-929f-01f21418fa5b" providerId="ADAL" clId="{F46D6524-BBFA-40E6-A320-6CDDB5683F33}" dt="2025-03-31T20:48:36.323" v="207" actId="22"/>
          <ac:spMkLst>
            <pc:docMk/>
            <pc:sldMk cId="4120704157" sldId="323"/>
            <ac:spMk id="9" creationId="{48591C3F-4156-0A4B-3621-4AF77A207A37}"/>
          </ac:spMkLst>
        </pc:spChg>
        <pc:spChg chg="add del mod">
          <ac:chgData name="Demetrius Schank" userId="de37c640-0505-4c0a-929f-01f21418fa5b" providerId="ADAL" clId="{F46D6524-BBFA-40E6-A320-6CDDB5683F33}" dt="2025-04-01T03:29:16.192" v="640" actId="26606"/>
          <ac:spMkLst>
            <pc:docMk/>
            <pc:sldMk cId="4120704157" sldId="323"/>
            <ac:spMk id="12" creationId="{A3D60353-5D8A-B710-23D7-9564D597FE0D}"/>
          </ac:spMkLst>
        </pc:spChg>
        <pc:spChg chg="add del mod">
          <ac:chgData name="Demetrius Schank" userId="de37c640-0505-4c0a-929f-01f21418fa5b" providerId="ADAL" clId="{F46D6524-BBFA-40E6-A320-6CDDB5683F33}" dt="2025-04-01T03:29:19.492" v="642" actId="26606"/>
          <ac:spMkLst>
            <pc:docMk/>
            <pc:sldMk cId="4120704157" sldId="323"/>
            <ac:spMk id="14" creationId="{0D728902-80C8-EB46-B3CD-D41D3CFD97A3}"/>
          </ac:spMkLst>
        </pc:spChg>
        <pc:spChg chg="add del mod">
          <ac:chgData name="Demetrius Schank" userId="de37c640-0505-4c0a-929f-01f21418fa5b" providerId="ADAL" clId="{F46D6524-BBFA-40E6-A320-6CDDB5683F33}" dt="2025-04-01T03:29:19.492" v="642" actId="26606"/>
          <ac:spMkLst>
            <pc:docMk/>
            <pc:sldMk cId="4120704157" sldId="323"/>
            <ac:spMk id="15" creationId="{0BE5D5AC-40F3-8A0D-6C56-66C89EE551CF}"/>
          </ac:spMkLst>
        </pc:spChg>
        <pc:spChg chg="add del mod">
          <ac:chgData name="Demetrius Schank" userId="de37c640-0505-4c0a-929f-01f21418fa5b" providerId="ADAL" clId="{F46D6524-BBFA-40E6-A320-6CDDB5683F33}" dt="2025-04-01T03:33:38.603" v="701" actId="20577"/>
          <ac:spMkLst>
            <pc:docMk/>
            <pc:sldMk cId="4120704157" sldId="323"/>
            <ac:spMk id="18" creationId="{A3D60353-5D8A-B710-23D7-9564D597FE0D}"/>
          </ac:spMkLst>
        </pc:spChg>
        <pc:graphicFrameChg chg="add del">
          <ac:chgData name="Demetrius Schank" userId="de37c640-0505-4c0a-929f-01f21418fa5b" providerId="ADAL" clId="{F46D6524-BBFA-40E6-A320-6CDDB5683F33}" dt="2025-04-01T03:29:16.192" v="640" actId="26606"/>
          <ac:graphicFrameMkLst>
            <pc:docMk/>
            <pc:sldMk cId="4120704157" sldId="323"/>
            <ac:graphicFrameMk id="8" creationId="{D46A8ECA-D47A-4C6A-486A-58D89240A29C}"/>
          </ac:graphicFrameMkLst>
        </pc:graphicFrameChg>
        <pc:graphicFrameChg chg="add del">
          <ac:chgData name="Demetrius Schank" userId="de37c640-0505-4c0a-929f-01f21418fa5b" providerId="ADAL" clId="{F46D6524-BBFA-40E6-A320-6CDDB5683F33}" dt="2025-04-01T03:29:19.492" v="642" actId="26606"/>
          <ac:graphicFrameMkLst>
            <pc:docMk/>
            <pc:sldMk cId="4120704157" sldId="323"/>
            <ac:graphicFrameMk id="16" creationId="{E3EB4578-2B12-E602-4CB8-D034563A32F9}"/>
          </ac:graphicFrameMkLst>
        </pc:graphicFrameChg>
        <pc:graphicFrameChg chg="add mod modGraphic">
          <ac:chgData name="Demetrius Schank" userId="de37c640-0505-4c0a-929f-01f21418fa5b" providerId="ADAL" clId="{F46D6524-BBFA-40E6-A320-6CDDB5683F33}" dt="2025-04-01T03:33:38.182" v="698" actId="14100"/>
          <ac:graphicFrameMkLst>
            <pc:docMk/>
            <pc:sldMk cId="4120704157" sldId="323"/>
            <ac:graphicFrameMk id="19" creationId="{D46A8ECA-D47A-4C6A-486A-58D89240A29C}"/>
          </ac:graphicFrameMkLst>
        </pc:graphicFrameChg>
        <pc:picChg chg="del">
          <ac:chgData name="Demetrius Schank" userId="de37c640-0505-4c0a-929f-01f21418fa5b" providerId="ADAL" clId="{F46D6524-BBFA-40E6-A320-6CDDB5683F33}" dt="2025-03-31T20:18:25.863" v="106" actId="478"/>
          <ac:picMkLst>
            <pc:docMk/>
            <pc:sldMk cId="4120704157" sldId="323"/>
            <ac:picMk id="7" creationId="{922EE897-ACB2-1F6C-F783-DFD11CD0DBAD}"/>
          </ac:picMkLst>
        </pc:picChg>
      </pc:sldChg>
      <pc:sldChg chg="addSp delSp modSp new add del mod ord">
        <pc:chgData name="Demetrius Schank" userId="de37c640-0505-4c0a-929f-01f21418fa5b" providerId="ADAL" clId="{F46D6524-BBFA-40E6-A320-6CDDB5683F33}" dt="2025-04-01T03:53:28.864" v="729" actId="47"/>
        <pc:sldMkLst>
          <pc:docMk/>
          <pc:sldMk cId="3240349789" sldId="324"/>
        </pc:sldMkLst>
        <pc:spChg chg="add del mod">
          <ac:chgData name="Demetrius Schank" userId="de37c640-0505-4c0a-929f-01f21418fa5b" providerId="ADAL" clId="{F46D6524-BBFA-40E6-A320-6CDDB5683F33}" dt="2025-04-01T03:34:13.584" v="721" actId="1076"/>
          <ac:spMkLst>
            <pc:docMk/>
            <pc:sldMk cId="3240349789" sldId="324"/>
            <ac:spMk id="2" creationId="{411DFE90-8247-3C2E-554D-57A914FCBB1C}"/>
          </ac:spMkLst>
        </pc:spChg>
        <pc:spChg chg="del">
          <ac:chgData name="Demetrius Schank" userId="de37c640-0505-4c0a-929f-01f21418fa5b" providerId="ADAL" clId="{F46D6524-BBFA-40E6-A320-6CDDB5683F33}" dt="2025-04-01T03:33:58.804" v="705" actId="478"/>
          <ac:spMkLst>
            <pc:docMk/>
            <pc:sldMk cId="3240349789" sldId="324"/>
            <ac:spMk id="3" creationId="{F002B820-6850-E7C9-CD81-AF659B828292}"/>
          </ac:spMkLst>
        </pc:spChg>
      </pc:sldChg>
      <pc:sldChg chg="addSp delSp modSp new mod modClrScheme chgLayout">
        <pc:chgData name="Demetrius Schank" userId="de37c640-0505-4c0a-929f-01f21418fa5b" providerId="ADAL" clId="{F46D6524-BBFA-40E6-A320-6CDDB5683F33}" dt="2025-04-01T16:24:00.489" v="1440" actId="1076"/>
        <pc:sldMkLst>
          <pc:docMk/>
          <pc:sldMk cId="3670971320" sldId="324"/>
        </pc:sldMkLst>
        <pc:spChg chg="mod">
          <ac:chgData name="Demetrius Schank" userId="de37c640-0505-4c0a-929f-01f21418fa5b" providerId="ADAL" clId="{F46D6524-BBFA-40E6-A320-6CDDB5683F33}" dt="2025-04-01T04:01:03.432" v="767" actId="1076"/>
          <ac:spMkLst>
            <pc:docMk/>
            <pc:sldMk cId="3670971320" sldId="324"/>
            <ac:spMk id="2" creationId="{5224E77A-C1E3-328C-5F89-8E760845A09E}"/>
          </ac:spMkLst>
        </pc:spChg>
        <pc:spChg chg="del mod ord">
          <ac:chgData name="Demetrius Schank" userId="de37c640-0505-4c0a-929f-01f21418fa5b" providerId="ADAL" clId="{F46D6524-BBFA-40E6-A320-6CDDB5683F33}" dt="2025-04-01T03:59:58.118" v="756" actId="478"/>
          <ac:spMkLst>
            <pc:docMk/>
            <pc:sldMk cId="3670971320" sldId="324"/>
            <ac:spMk id="3" creationId="{8BCC7080-D88D-F134-EC88-3DDCF586D6B2}"/>
          </ac:spMkLst>
        </pc:spChg>
        <pc:spChg chg="add mod">
          <ac:chgData name="Demetrius Schank" userId="de37c640-0505-4c0a-929f-01f21418fa5b" providerId="ADAL" clId="{F46D6524-BBFA-40E6-A320-6CDDB5683F33}" dt="2025-04-01T16:23:43.010" v="1431" actId="313"/>
          <ac:spMkLst>
            <pc:docMk/>
            <pc:sldMk cId="3670971320" sldId="324"/>
            <ac:spMk id="3" creationId="{D6EE0B94-B654-9529-6161-F9C3F902BC9F}"/>
          </ac:spMkLst>
        </pc:spChg>
        <pc:spChg chg="mod">
          <ac:chgData name="Demetrius Schank" userId="de37c640-0505-4c0a-929f-01f21418fa5b" providerId="ADAL" clId="{F46D6524-BBFA-40E6-A320-6CDDB5683F33}" dt="2025-04-01T04:13:09.126" v="782" actId="20577"/>
          <ac:spMkLst>
            <pc:docMk/>
            <pc:sldMk cId="3670971320" sldId="324"/>
            <ac:spMk id="4" creationId="{BA3AE219-09B9-067C-72A4-9474B5BEEC0B}"/>
          </ac:spMkLst>
        </pc:spChg>
        <pc:spChg chg="del">
          <ac:chgData name="Demetrius Schank" userId="de37c640-0505-4c0a-929f-01f21418fa5b" providerId="ADAL" clId="{F46D6524-BBFA-40E6-A320-6CDDB5683F33}" dt="2025-04-01T03:53:52.559" v="750" actId="478"/>
          <ac:spMkLst>
            <pc:docMk/>
            <pc:sldMk cId="3670971320" sldId="324"/>
            <ac:spMk id="5" creationId="{47CFF35A-6046-4C97-C2DE-C50291D3DE4F}"/>
          </ac:spMkLst>
        </pc:spChg>
        <pc:spChg chg="add mod">
          <ac:chgData name="Demetrius Schank" userId="de37c640-0505-4c0a-929f-01f21418fa5b" providerId="ADAL" clId="{F46D6524-BBFA-40E6-A320-6CDDB5683F33}" dt="2025-04-01T16:24:00.489" v="1440" actId="1076"/>
          <ac:spMkLst>
            <pc:docMk/>
            <pc:sldMk cId="3670971320" sldId="324"/>
            <ac:spMk id="5" creationId="{C8C66FF2-30A9-5BEE-0D1F-D6A00FBA2BE0}"/>
          </ac:spMkLst>
        </pc:spChg>
        <pc:picChg chg="add mod">
          <ac:chgData name="Demetrius Schank" userId="de37c640-0505-4c0a-929f-01f21418fa5b" providerId="ADAL" clId="{F46D6524-BBFA-40E6-A320-6CDDB5683F33}" dt="2025-04-01T04:01:44.515" v="776" actId="1076"/>
          <ac:picMkLst>
            <pc:docMk/>
            <pc:sldMk cId="3670971320" sldId="324"/>
            <ac:picMk id="1026" creationId="{33540FAC-D569-2E92-38A3-D2800A795AB9}"/>
          </ac:picMkLst>
        </pc:picChg>
        <pc:picChg chg="add mod">
          <ac:chgData name="Demetrius Schank" userId="de37c640-0505-4c0a-929f-01f21418fa5b" providerId="ADAL" clId="{F46D6524-BBFA-40E6-A320-6CDDB5683F33}" dt="2025-04-01T16:23:55.487" v="1439" actId="1076"/>
          <ac:picMkLst>
            <pc:docMk/>
            <pc:sldMk cId="3670971320" sldId="324"/>
            <ac:picMk id="1028" creationId="{79E09188-DAA7-6BE5-D1C5-65E72C9785F2}"/>
          </ac:picMkLst>
        </pc:picChg>
      </pc:sldChg>
      <pc:sldChg chg="add del">
        <pc:chgData name="Demetrius Schank" userId="de37c640-0505-4c0a-929f-01f21418fa5b" providerId="ADAL" clId="{F46D6524-BBFA-40E6-A320-6CDDB5683F33}" dt="2025-04-01T16:39:55.861" v="2294" actId="47"/>
        <pc:sldMkLst>
          <pc:docMk/>
          <pc:sldMk cId="3016440707" sldId="325"/>
        </pc:sldMkLst>
      </pc:sldChg>
      <pc:sldChg chg="del">
        <pc:chgData name="Demetrius Schank" userId="de37c640-0505-4c0a-929f-01f21418fa5b" providerId="ADAL" clId="{F46D6524-BBFA-40E6-A320-6CDDB5683F33}" dt="2025-04-01T16:39:55.861" v="2294" actId="47"/>
        <pc:sldMkLst>
          <pc:docMk/>
          <pc:sldMk cId="1188374701" sldId="326"/>
        </pc:sldMkLst>
      </pc:sldChg>
      <pc:sldChg chg="addSp delSp modSp new mod">
        <pc:chgData name="Demetrius Schank" userId="de37c640-0505-4c0a-929f-01f21418fa5b" providerId="ADAL" clId="{F46D6524-BBFA-40E6-A320-6CDDB5683F33}" dt="2025-04-01T16:31:45.983" v="1887" actId="1076"/>
        <pc:sldMkLst>
          <pc:docMk/>
          <pc:sldMk cId="1165031802" sldId="327"/>
        </pc:sldMkLst>
        <pc:spChg chg="mod">
          <ac:chgData name="Demetrius Schank" userId="de37c640-0505-4c0a-929f-01f21418fa5b" providerId="ADAL" clId="{F46D6524-BBFA-40E6-A320-6CDDB5683F33}" dt="2025-04-01T16:26:15.038" v="1474" actId="1076"/>
          <ac:spMkLst>
            <pc:docMk/>
            <pc:sldMk cId="1165031802" sldId="327"/>
            <ac:spMk id="2" creationId="{97C178E1-713B-2811-979F-AFF861EBCF97}"/>
          </ac:spMkLst>
        </pc:spChg>
        <pc:spChg chg="del">
          <ac:chgData name="Demetrius Schank" userId="de37c640-0505-4c0a-929f-01f21418fa5b" providerId="ADAL" clId="{F46D6524-BBFA-40E6-A320-6CDDB5683F33}" dt="2025-04-01T16:25:06.509" v="1473" actId="478"/>
          <ac:spMkLst>
            <pc:docMk/>
            <pc:sldMk cId="1165031802" sldId="327"/>
            <ac:spMk id="3" creationId="{1CED6F0C-198A-28C9-2D75-D520C886F4DC}"/>
          </ac:spMkLst>
        </pc:spChg>
        <pc:spChg chg="del">
          <ac:chgData name="Demetrius Schank" userId="de37c640-0505-4c0a-929f-01f21418fa5b" providerId="ADAL" clId="{F46D6524-BBFA-40E6-A320-6CDDB5683F33}" dt="2025-04-01T16:27:44.576" v="1552" actId="478"/>
          <ac:spMkLst>
            <pc:docMk/>
            <pc:sldMk cId="1165031802" sldId="327"/>
            <ac:spMk id="4" creationId="{4D59111A-D4D1-9913-FABF-132196B78C4A}"/>
          </ac:spMkLst>
        </pc:spChg>
        <pc:spChg chg="add mod">
          <ac:chgData name="Demetrius Schank" userId="de37c640-0505-4c0a-929f-01f21418fa5b" providerId="ADAL" clId="{F46D6524-BBFA-40E6-A320-6CDDB5683F33}" dt="2025-04-01T16:27:10.366" v="1547" actId="255"/>
          <ac:spMkLst>
            <pc:docMk/>
            <pc:sldMk cId="1165031802" sldId="327"/>
            <ac:spMk id="5" creationId="{F76B28C1-5CA9-1FBA-B1C2-5A35CA3F26CA}"/>
          </ac:spMkLst>
        </pc:spChg>
        <pc:spChg chg="add mod">
          <ac:chgData name="Demetrius Schank" userId="de37c640-0505-4c0a-929f-01f21418fa5b" providerId="ADAL" clId="{F46D6524-BBFA-40E6-A320-6CDDB5683F33}" dt="2025-04-01T16:31:36.745" v="1884" actId="1076"/>
          <ac:spMkLst>
            <pc:docMk/>
            <pc:sldMk cId="1165031802" sldId="327"/>
            <ac:spMk id="6" creationId="{842578FA-097E-530F-EF00-204EA94C4C40}"/>
          </ac:spMkLst>
        </pc:spChg>
        <pc:spChg chg="add mod">
          <ac:chgData name="Demetrius Schank" userId="de37c640-0505-4c0a-929f-01f21418fa5b" providerId="ADAL" clId="{F46D6524-BBFA-40E6-A320-6CDDB5683F33}" dt="2025-04-01T16:31:45.983" v="1887" actId="1076"/>
          <ac:spMkLst>
            <pc:docMk/>
            <pc:sldMk cId="1165031802" sldId="327"/>
            <ac:spMk id="7" creationId="{B5193DD5-4AEB-0BDE-EBCC-642B35BD2D88}"/>
          </ac:spMkLst>
        </pc:spChg>
        <pc:spChg chg="add del mod">
          <ac:chgData name="Demetrius Schank" userId="de37c640-0505-4c0a-929f-01f21418fa5b" providerId="ADAL" clId="{F46D6524-BBFA-40E6-A320-6CDDB5683F33}" dt="2025-04-01T16:30:42.768" v="1684" actId="478"/>
          <ac:spMkLst>
            <pc:docMk/>
            <pc:sldMk cId="1165031802" sldId="327"/>
            <ac:spMk id="9" creationId="{1195C53C-24E4-DDF6-A2F9-990C07700C53}"/>
          </ac:spMkLst>
        </pc:spChg>
        <pc:spChg chg="add mod">
          <ac:chgData name="Demetrius Schank" userId="de37c640-0505-4c0a-929f-01f21418fa5b" providerId="ADAL" clId="{F46D6524-BBFA-40E6-A320-6CDDB5683F33}" dt="2025-04-01T16:31:31.766" v="1883" actId="14100"/>
          <ac:spMkLst>
            <pc:docMk/>
            <pc:sldMk cId="1165031802" sldId="327"/>
            <ac:spMk id="10" creationId="{C3BAA18C-3C44-1469-54CD-00E3706E9772}"/>
          </ac:spMkLst>
        </pc:spChg>
        <pc:picChg chg="add mod">
          <ac:chgData name="Demetrius Schank" userId="de37c640-0505-4c0a-929f-01f21418fa5b" providerId="ADAL" clId="{F46D6524-BBFA-40E6-A320-6CDDB5683F33}" dt="2025-04-01T16:26:28.839" v="1479" actId="1076"/>
          <ac:picMkLst>
            <pc:docMk/>
            <pc:sldMk cId="1165031802" sldId="327"/>
            <ac:picMk id="1026" creationId="{62EBF588-E36D-09D1-EC3F-F0137BBB4F43}"/>
          </ac:picMkLst>
        </pc:picChg>
        <pc:picChg chg="add mod">
          <ac:chgData name="Demetrius Schank" userId="de37c640-0505-4c0a-929f-01f21418fa5b" providerId="ADAL" clId="{F46D6524-BBFA-40E6-A320-6CDDB5683F33}" dt="2025-04-01T16:31:36.745" v="1884" actId="1076"/>
          <ac:picMkLst>
            <pc:docMk/>
            <pc:sldMk cId="1165031802" sldId="327"/>
            <ac:picMk id="1028" creationId="{347C8C44-9BC8-95EE-F2F3-D56DFE4F600D}"/>
          </ac:picMkLst>
        </pc:picChg>
        <pc:picChg chg="add mod">
          <ac:chgData name="Demetrius Schank" userId="de37c640-0505-4c0a-929f-01f21418fa5b" providerId="ADAL" clId="{F46D6524-BBFA-40E6-A320-6CDDB5683F33}" dt="2025-04-01T16:31:42.073" v="1886" actId="1076"/>
          <ac:picMkLst>
            <pc:docMk/>
            <pc:sldMk cId="1165031802" sldId="327"/>
            <ac:picMk id="1030" creationId="{BE2BB03B-2605-C615-6364-1A8F8605A8AC}"/>
          </ac:picMkLst>
        </pc:picChg>
      </pc:sldChg>
      <pc:sldChg chg="new del">
        <pc:chgData name="Demetrius Schank" userId="de37c640-0505-4c0a-929f-01f21418fa5b" providerId="ADAL" clId="{F46D6524-BBFA-40E6-A320-6CDDB5683F33}" dt="2025-04-01T16:32:52.981" v="1930" actId="680"/>
        <pc:sldMkLst>
          <pc:docMk/>
          <pc:sldMk cId="643230314" sldId="328"/>
        </pc:sldMkLst>
      </pc:sldChg>
      <pc:sldChg chg="delSp modSp new mod">
        <pc:chgData name="Demetrius Schank" userId="de37c640-0505-4c0a-929f-01f21418fa5b" providerId="ADAL" clId="{F46D6524-BBFA-40E6-A320-6CDDB5683F33}" dt="2025-04-01T16:33:16.317" v="1953" actId="255"/>
        <pc:sldMkLst>
          <pc:docMk/>
          <pc:sldMk cId="3996918901" sldId="328"/>
        </pc:sldMkLst>
        <pc:spChg chg="mod">
          <ac:chgData name="Demetrius Schank" userId="de37c640-0505-4c0a-929f-01f21418fa5b" providerId="ADAL" clId="{F46D6524-BBFA-40E6-A320-6CDDB5683F33}" dt="2025-04-01T16:33:16.317" v="1953" actId="255"/>
          <ac:spMkLst>
            <pc:docMk/>
            <pc:sldMk cId="3996918901" sldId="328"/>
            <ac:spMk id="2" creationId="{AD1DA3A7-BA08-F99D-9921-94B8A592A33A}"/>
          </ac:spMkLst>
        </pc:spChg>
        <pc:spChg chg="del">
          <ac:chgData name="Demetrius Schank" userId="de37c640-0505-4c0a-929f-01f21418fa5b" providerId="ADAL" clId="{F46D6524-BBFA-40E6-A320-6CDDB5683F33}" dt="2025-04-01T16:33:01.833" v="1932" actId="478"/>
          <ac:spMkLst>
            <pc:docMk/>
            <pc:sldMk cId="3996918901" sldId="328"/>
            <ac:spMk id="3" creationId="{7C634716-FC97-9F3E-7193-01E0D06821D6}"/>
          </ac:spMkLst>
        </pc:spChg>
      </pc:sldChg>
    </pc:docChg>
  </pc:docChgLst>
  <pc:docChgLst>
    <pc:chgData name="Demetrius Schank" userId="S::dschan02@villanova.edu::de37c640-0505-4c0a-929f-01f21418fa5b" providerId="AD" clId="Web-{4C7BC032-6C25-BFE9-259A-392D8297881D}"/>
    <pc:docChg chg="modSld">
      <pc:chgData name="Demetrius Schank" userId="S::dschan02@villanova.edu::de37c640-0505-4c0a-929f-01f21418fa5b" providerId="AD" clId="Web-{4C7BC032-6C25-BFE9-259A-392D8297881D}" dt="2025-04-01T01:17:21.614" v="109" actId="20577"/>
      <pc:docMkLst>
        <pc:docMk/>
      </pc:docMkLst>
      <pc:sldChg chg="modSp">
        <pc:chgData name="Demetrius Schank" userId="S::dschan02@villanova.edu::de37c640-0505-4c0a-929f-01f21418fa5b" providerId="AD" clId="Web-{4C7BC032-6C25-BFE9-259A-392D8297881D}" dt="2025-04-01T01:17:21.614" v="109" actId="20577"/>
        <pc:sldMkLst>
          <pc:docMk/>
          <pc:sldMk cId="4120704157" sldId="323"/>
        </pc:sldMkLst>
        <pc:spChg chg="mod">
          <ac:chgData name="Demetrius Schank" userId="S::dschan02@villanova.edu::de37c640-0505-4c0a-929f-01f21418fa5b" providerId="AD" clId="Web-{4C7BC032-6C25-BFE9-259A-392D8297881D}" dt="2025-04-01T01:17:21.614" v="109" actId="20577"/>
          <ac:spMkLst>
            <pc:docMk/>
            <pc:sldMk cId="4120704157" sldId="323"/>
            <ac:spMk id="6" creationId="{6D827DCA-F54D-3526-7122-7C5D7D1C4B5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5C5C-E222-C2CE-78BC-301D8E829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A92B5-3B69-BD93-841D-8B9CDDD5D08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DEEEDFE-3EB1-6623-B7BA-0DC66F17924E}"/>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73607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649742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587736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294931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47668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add text</a:t>
            </a:r>
          </a:p>
          <a:p>
            <a:pPr lvl="1"/>
            <a:r>
              <a:rPr lang="en-US"/>
              <a:t>Second level</a:t>
            </a:r>
          </a:p>
          <a:p>
            <a:pPr lvl="2"/>
            <a:r>
              <a:rPr lang="en-US"/>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p:txBody>
          <a:bodyPr anchor="ctr" anchorCtr="0"/>
          <a:lstStyle/>
          <a:p>
            <a:r>
              <a:rPr lang="en-US"/>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8" y="460905"/>
            <a:ext cx="6392421" cy="3831221"/>
          </a:xfrm>
        </p:spPr>
        <p:txBody>
          <a:bodyPr anchor="ctr"/>
          <a:lstStyle/>
          <a:p>
            <a:r>
              <a:rPr lang="en-US"/>
              <a:t>Cell Imaging 2026</a:t>
            </a:r>
            <a:br>
              <a:rPr lang="en-US">
                <a:solidFill>
                  <a:schemeClr val="accent4"/>
                </a:solidFill>
              </a:rPr>
            </a:br>
            <a:br>
              <a:rPr lang="en-US">
                <a:solidFill>
                  <a:schemeClr val="accent4"/>
                </a:solidFill>
              </a:rPr>
            </a:br>
            <a:r>
              <a:rPr lang="en-US" sz="5400">
                <a:solidFill>
                  <a:schemeClr val="accent2"/>
                </a:solidFill>
              </a:rPr>
              <a:t>Solution Description</a:t>
            </a:r>
            <a:endParaRPr lang="en-US">
              <a:solidFill>
                <a:schemeClr val="accent2"/>
              </a:solidFill>
            </a:endParaRPr>
          </a:p>
        </p:txBody>
      </p:sp>
      <p:sp>
        <p:nvSpPr>
          <p:cNvPr id="3" name="TextBox 2">
            <a:extLst>
              <a:ext uri="{FF2B5EF4-FFF2-40B4-BE49-F238E27FC236}">
                <a16:creationId xmlns:a16="http://schemas.microsoft.com/office/drawing/2014/main" id="{3E3EDE0E-5D7B-1078-D6DE-501172A49191}"/>
              </a:ext>
            </a:extLst>
          </p:cNvPr>
          <p:cNvSpPr txBox="1"/>
          <p:nvPr/>
        </p:nvSpPr>
        <p:spPr>
          <a:xfrm>
            <a:off x="2370759" y="6226139"/>
            <a:ext cx="7450477" cy="400110"/>
          </a:xfrm>
          <a:prstGeom prst="rect">
            <a:avLst/>
          </a:prstGeom>
          <a:noFill/>
        </p:spPr>
        <p:txBody>
          <a:bodyPr wrap="square" rtlCol="0">
            <a:spAutoFit/>
          </a:bodyPr>
          <a:lstStyle/>
          <a:p>
            <a:pPr algn="ctr"/>
            <a:r>
              <a:rPr lang="en-US" sz="2000">
                <a:solidFill>
                  <a:schemeClr val="bg1"/>
                </a:solidFill>
                <a:latin typeface="Arial Black" panose="020B0A04020102020204" pitchFamily="34" charset="0"/>
              </a:rPr>
              <a:t>John Ahn, Demetrius Schank, Jonathan Kim</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3E189-FE15-8245-ED23-B1602A0C6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7EE93-0BCB-FD44-1002-6F5994A2F179}"/>
              </a:ext>
            </a:extLst>
          </p:cNvPr>
          <p:cNvSpPr>
            <a:spLocks noGrp="1"/>
          </p:cNvSpPr>
          <p:nvPr>
            <p:ph type="title"/>
          </p:nvPr>
        </p:nvSpPr>
        <p:spPr>
          <a:xfrm>
            <a:off x="664306" y="689962"/>
            <a:ext cx="4344695" cy="623339"/>
          </a:xfrm>
        </p:spPr>
        <p:txBody>
          <a:bodyPr/>
          <a:lstStyle/>
          <a:p>
            <a:r>
              <a:rPr lang="en-US"/>
              <a:t>Introduction</a:t>
            </a:r>
          </a:p>
        </p:txBody>
      </p:sp>
      <p:sp>
        <p:nvSpPr>
          <p:cNvPr id="6" name="Content Placeholder 2">
            <a:extLst>
              <a:ext uri="{FF2B5EF4-FFF2-40B4-BE49-F238E27FC236}">
                <a16:creationId xmlns:a16="http://schemas.microsoft.com/office/drawing/2014/main" id="{6D827DCA-F54D-3526-7122-7C5D7D1C4B5C}"/>
              </a:ext>
            </a:extLst>
          </p:cNvPr>
          <p:cNvSpPr txBox="1">
            <a:spLocks/>
          </p:cNvSpPr>
          <p:nvPr/>
        </p:nvSpPr>
        <p:spPr>
          <a:xfrm>
            <a:off x="668931" y="2001987"/>
            <a:ext cx="10518586" cy="4392116"/>
          </a:xfrm>
          <a:prstGeom prst="rect">
            <a:avLst/>
          </a:prstGeom>
        </p:spPr>
        <p:txBody>
          <a:bodyPr lIns="91440" tIns="45720" rIns="91440" bIns="45720" anchor="t"/>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800" dirty="0"/>
              <a:t>Current methods for cell imaging require expensive technology. Furthermore, the most accurate way to define cell boundaries without the expensive technology is to do it manually, segmenting the cells by hand and counting them. As one can assume , this is very timely and inefficient. Thus, this project was tasked with finding an image analysis method to detect cell boundaries and count cells with accuracy and precision using MATLAB. Existing technologies (both MATLAB and non-MATLAB) exist for edge detection, but the goal of this project is to develop these technologies to accomplished what is described above in a costly manner. </a:t>
            </a:r>
            <a:endParaRPr lang="en-US" sz="1800" dirty="0">
              <a:cs typeface="Sabon Next LT"/>
            </a:endParaRPr>
          </a:p>
          <a:p>
            <a:pPr marL="0" indent="0">
              <a:spcBef>
                <a:spcPts val="0"/>
              </a:spcBef>
              <a:spcAft>
                <a:spcPts val="1200"/>
              </a:spcAft>
              <a:buNone/>
            </a:pPr>
            <a:r>
              <a:rPr lang="en-US" sz="1800" dirty="0"/>
              <a:t>In addition to our basic premise, we are tasked with identifying properties of our choosing about the cells we analyze. The 2025 Senior group analyzed a small dataset frames from a live cell imaging demo of 3T3 cells to determine the velocity of cells in capillaries. Our main task at hand is determining what we want to device from cell image analysis besides just cell boundaries and cell count. Due to the various types of imaging techniques and the metadata it can detect (fluorescence microcopy, polarized light microscopy, </a:t>
            </a:r>
            <a:r>
              <a:rPr lang="en-US" sz="1800" dirty="0">
                <a:ea typeface="+mn-lt"/>
                <a:cs typeface="+mn-lt"/>
              </a:rPr>
              <a:t>confocal dual spinning disk microscopy, etc.), deciding the course of action has required extensive research. </a:t>
            </a:r>
          </a:p>
          <a:p>
            <a:pPr marL="0" indent="0">
              <a:spcBef>
                <a:spcPts val="0"/>
              </a:spcBef>
              <a:spcAft>
                <a:spcPts val="1200"/>
              </a:spcAft>
              <a:buNone/>
            </a:pPr>
            <a:r>
              <a:rPr lang="en-US" sz="1800" dirty="0">
                <a:cs typeface="Sabon Next LT"/>
              </a:rPr>
              <a:t>Currently, we are looking into the plausibility of detecting sickle cell disease from cell images. </a:t>
            </a:r>
          </a:p>
        </p:txBody>
      </p:sp>
    </p:spTree>
    <p:extLst>
      <p:ext uri="{BB962C8B-B14F-4D97-AF65-F5344CB8AC3E}">
        <p14:creationId xmlns:p14="http://schemas.microsoft.com/office/powerpoint/2010/main" val="4120704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178E1-713B-2811-979F-AFF861EBCF97}"/>
              </a:ext>
            </a:extLst>
          </p:cNvPr>
          <p:cNvSpPr>
            <a:spLocks noGrp="1"/>
          </p:cNvSpPr>
          <p:nvPr>
            <p:ph type="title"/>
          </p:nvPr>
        </p:nvSpPr>
        <p:spPr>
          <a:xfrm>
            <a:off x="765974" y="609707"/>
            <a:ext cx="6583680" cy="637962"/>
          </a:xfrm>
        </p:spPr>
        <p:txBody>
          <a:bodyPr/>
          <a:lstStyle/>
          <a:p>
            <a:r>
              <a:rPr lang="en-US" dirty="0"/>
              <a:t>Imaging Examples</a:t>
            </a:r>
          </a:p>
        </p:txBody>
      </p:sp>
      <p:pic>
        <p:nvPicPr>
          <p:cNvPr id="1026" name="Picture 2" descr="fibroblast">
            <a:extLst>
              <a:ext uri="{FF2B5EF4-FFF2-40B4-BE49-F238E27FC236}">
                <a16:creationId xmlns:a16="http://schemas.microsoft.com/office/drawing/2014/main" id="{62EBF588-E36D-09D1-EC3F-F0137BBB4F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872" b="28086"/>
          <a:stretch/>
        </p:blipFill>
        <p:spPr bwMode="auto">
          <a:xfrm>
            <a:off x="765974" y="1755227"/>
            <a:ext cx="4876800" cy="21966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76B28C1-5CA9-1FBA-B1C2-5A35CA3F26CA}"/>
              </a:ext>
            </a:extLst>
          </p:cNvPr>
          <p:cNvSpPr txBox="1"/>
          <p:nvPr/>
        </p:nvSpPr>
        <p:spPr>
          <a:xfrm>
            <a:off x="483476" y="3951890"/>
            <a:ext cx="534976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cs typeface="Sabon Next LT"/>
              </a:rPr>
              <a:t>Fluorescence Microscopy + Phase Contrast Microscopy on 3t3 cells</a:t>
            </a:r>
            <a:endParaRPr lang="en-US" sz="1400" dirty="0"/>
          </a:p>
        </p:txBody>
      </p:sp>
      <p:pic>
        <p:nvPicPr>
          <p:cNvPr id="1028" name="Picture 4" descr="fibroblast">
            <a:extLst>
              <a:ext uri="{FF2B5EF4-FFF2-40B4-BE49-F238E27FC236}">
                <a16:creationId xmlns:a16="http://schemas.microsoft.com/office/drawing/2014/main" id="{347C8C44-9BC8-95EE-F2F3-D56DFE4F6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5815" y="515121"/>
            <a:ext cx="2480211" cy="248021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42578FA-097E-530F-EF00-204EA94C4C40}"/>
              </a:ext>
            </a:extLst>
          </p:cNvPr>
          <p:cNvSpPr txBox="1"/>
          <p:nvPr/>
        </p:nvSpPr>
        <p:spPr>
          <a:xfrm>
            <a:off x="8788073" y="2995332"/>
            <a:ext cx="279569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cs typeface="Sabon Next LT"/>
              </a:rPr>
              <a:t>Confocal Microscopy on 3t3 cells</a:t>
            </a:r>
            <a:endParaRPr lang="en-US" sz="1400" dirty="0"/>
          </a:p>
        </p:txBody>
      </p:sp>
      <p:pic>
        <p:nvPicPr>
          <p:cNvPr id="1030" name="Picture 6" descr="fibroblast">
            <a:extLst>
              <a:ext uri="{FF2B5EF4-FFF2-40B4-BE49-F238E27FC236}">
                <a16:creationId xmlns:a16="http://schemas.microsoft.com/office/drawing/2014/main" id="{BE2BB03B-2605-C615-6364-1A8F8605A8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9228" y="3303109"/>
            <a:ext cx="2795693" cy="27956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193DD5-4AEB-0BDE-EBCC-642B35BD2D88}"/>
              </a:ext>
            </a:extLst>
          </p:cNvPr>
          <p:cNvSpPr txBox="1"/>
          <p:nvPr/>
        </p:nvSpPr>
        <p:spPr>
          <a:xfrm>
            <a:off x="6549228" y="6098802"/>
            <a:ext cx="279569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t>Single-spot confocal microscopy on NIH3t3 cells</a:t>
            </a:r>
          </a:p>
        </p:txBody>
      </p:sp>
      <p:sp>
        <p:nvSpPr>
          <p:cNvPr id="10" name="Content Placeholder 3">
            <a:extLst>
              <a:ext uri="{FF2B5EF4-FFF2-40B4-BE49-F238E27FC236}">
                <a16:creationId xmlns:a16="http://schemas.microsoft.com/office/drawing/2014/main" id="{C3BAA18C-3C44-1469-54CD-00E3706E9772}"/>
              </a:ext>
            </a:extLst>
          </p:cNvPr>
          <p:cNvSpPr>
            <a:spLocks noGrp="1"/>
          </p:cNvSpPr>
          <p:nvPr>
            <p:ph idx="1"/>
          </p:nvPr>
        </p:nvSpPr>
        <p:spPr>
          <a:xfrm>
            <a:off x="528581" y="4972692"/>
            <a:ext cx="5259554" cy="1248147"/>
          </a:xfrm>
        </p:spPr>
        <p:txBody>
          <a:bodyPr>
            <a:normAutofit/>
          </a:bodyPr>
          <a:lstStyle/>
          <a:p>
            <a:pPr algn="ctr">
              <a:lnSpc>
                <a:spcPct val="90000"/>
              </a:lnSpc>
              <a:spcAft>
                <a:spcPts val="600"/>
              </a:spcAft>
            </a:pPr>
            <a:r>
              <a:rPr lang="en-US" sz="2200" dirty="0"/>
              <a:t>Different Types of Microscopy gives different visual data and metadata that can be used to determine properties of cells!</a:t>
            </a:r>
          </a:p>
        </p:txBody>
      </p:sp>
    </p:spTree>
    <p:extLst>
      <p:ext uri="{BB962C8B-B14F-4D97-AF65-F5344CB8AC3E}">
        <p14:creationId xmlns:p14="http://schemas.microsoft.com/office/powerpoint/2010/main" val="1165031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E77A-C1E3-328C-5F89-8E760845A09E}"/>
              </a:ext>
            </a:extLst>
          </p:cNvPr>
          <p:cNvSpPr>
            <a:spLocks noGrp="1"/>
          </p:cNvSpPr>
          <p:nvPr>
            <p:ph type="title"/>
          </p:nvPr>
        </p:nvSpPr>
        <p:spPr>
          <a:xfrm>
            <a:off x="791110" y="956440"/>
            <a:ext cx="6852745" cy="662038"/>
          </a:xfrm>
        </p:spPr>
        <p:txBody>
          <a:bodyPr anchor="b">
            <a:normAutofit/>
          </a:bodyPr>
          <a:lstStyle/>
          <a:p>
            <a:r>
              <a:rPr lang="en-US"/>
              <a:t>Sickle Cell Disease</a:t>
            </a:r>
          </a:p>
        </p:txBody>
      </p:sp>
      <p:sp>
        <p:nvSpPr>
          <p:cNvPr id="4" name="Content Placeholder 3">
            <a:extLst>
              <a:ext uri="{FF2B5EF4-FFF2-40B4-BE49-F238E27FC236}">
                <a16:creationId xmlns:a16="http://schemas.microsoft.com/office/drawing/2014/main" id="{BA3AE219-09B9-067C-72A4-9474B5BEEC0B}"/>
              </a:ext>
            </a:extLst>
          </p:cNvPr>
          <p:cNvSpPr>
            <a:spLocks noGrp="1"/>
          </p:cNvSpPr>
          <p:nvPr>
            <p:ph idx="1"/>
          </p:nvPr>
        </p:nvSpPr>
        <p:spPr>
          <a:xfrm>
            <a:off x="1099571" y="2284767"/>
            <a:ext cx="5259554" cy="3769918"/>
          </a:xfrm>
        </p:spPr>
        <p:txBody>
          <a:bodyPr>
            <a:normAutofit/>
          </a:bodyPr>
          <a:lstStyle/>
          <a:p>
            <a:pPr>
              <a:lnSpc>
                <a:spcPct val="90000"/>
              </a:lnSpc>
              <a:spcAft>
                <a:spcPts val="600"/>
              </a:spcAft>
            </a:pPr>
            <a:r>
              <a:rPr lang="en-US" sz="2000" dirty="0"/>
              <a:t>Sickle Cell Disease (SCD) is a genetic disorder where red blood cells become rigid and sickle-shaped due to abnormal hemoglobin (</a:t>
            </a:r>
            <a:r>
              <a:rPr lang="en-US" sz="2000" dirty="0" err="1"/>
              <a:t>HbS</a:t>
            </a:r>
            <a:r>
              <a:rPr lang="en-US" sz="2000" dirty="0"/>
              <a:t>), leading to blockages in blood vessels and reduced oxygen delivery. </a:t>
            </a:r>
          </a:p>
          <a:p>
            <a:pPr>
              <a:lnSpc>
                <a:spcPct val="90000"/>
              </a:lnSpc>
              <a:spcAft>
                <a:spcPts val="600"/>
              </a:spcAft>
            </a:pPr>
            <a:endParaRPr lang="en-US" sz="2000" dirty="0"/>
          </a:p>
          <a:p>
            <a:pPr>
              <a:lnSpc>
                <a:spcPct val="90000"/>
              </a:lnSpc>
              <a:spcAft>
                <a:spcPts val="600"/>
              </a:spcAft>
            </a:pPr>
            <a:r>
              <a:rPr lang="en-US" sz="2000" dirty="0"/>
              <a:t>Light microscopy helps visualize the sickled cells, while fluorescence microscopy highlights hemoglobin distribution and oxidative stress</a:t>
            </a:r>
          </a:p>
        </p:txBody>
      </p:sp>
      <p:pic>
        <p:nvPicPr>
          <p:cNvPr id="1026" name="Picture 2" descr="blood cell">
            <a:extLst>
              <a:ext uri="{FF2B5EF4-FFF2-40B4-BE49-F238E27FC236}">
                <a16:creationId xmlns:a16="http://schemas.microsoft.com/office/drawing/2014/main" id="{33540FAC-D569-2E92-38A3-D2800A795A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2" t="12172" r="1553" b="15664"/>
          <a:stretch/>
        </p:blipFill>
        <p:spPr bwMode="auto">
          <a:xfrm>
            <a:off x="7677473" y="915049"/>
            <a:ext cx="3404172" cy="25153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ckle Cell Anemia at 40x Magnification | Nikon's MicroscopyU">
            <a:extLst>
              <a:ext uri="{FF2B5EF4-FFF2-40B4-BE49-F238E27FC236}">
                <a16:creationId xmlns:a16="http://schemas.microsoft.com/office/drawing/2014/main" id="{79E09188-DAA7-6BE5-D1C5-65E72C978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8779" y="3598248"/>
            <a:ext cx="3946775" cy="28416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6EE0B94-B654-9529-6161-F9C3F902BC9F}"/>
              </a:ext>
            </a:extLst>
          </p:cNvPr>
          <p:cNvSpPr txBox="1"/>
          <p:nvPr/>
        </p:nvSpPr>
        <p:spPr>
          <a:xfrm>
            <a:off x="7555714" y="545717"/>
            <a:ext cx="3799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Sabon Next LT"/>
              </a:rPr>
              <a:t>Fluorescence Microscopy</a:t>
            </a:r>
            <a:endParaRPr lang="en-US" dirty="0"/>
          </a:p>
        </p:txBody>
      </p:sp>
      <p:sp>
        <p:nvSpPr>
          <p:cNvPr id="5" name="TextBox 4">
            <a:extLst>
              <a:ext uri="{FF2B5EF4-FFF2-40B4-BE49-F238E27FC236}">
                <a16:creationId xmlns:a16="http://schemas.microsoft.com/office/drawing/2014/main" id="{C8C66FF2-30A9-5BEE-0D1F-D6A00FBA2BE0}"/>
              </a:ext>
            </a:extLst>
          </p:cNvPr>
          <p:cNvSpPr txBox="1"/>
          <p:nvPr/>
        </p:nvSpPr>
        <p:spPr>
          <a:xfrm>
            <a:off x="7479639" y="6445601"/>
            <a:ext cx="3799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Sabon Next LT"/>
              </a:rPr>
              <a:t>Light Microscopy</a:t>
            </a:r>
            <a:endParaRPr lang="en-US" dirty="0"/>
          </a:p>
        </p:txBody>
      </p:sp>
    </p:spTree>
    <p:extLst>
      <p:ext uri="{BB962C8B-B14F-4D97-AF65-F5344CB8AC3E}">
        <p14:creationId xmlns:p14="http://schemas.microsoft.com/office/powerpoint/2010/main" val="3670971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772255" y="243990"/>
            <a:ext cx="7796464" cy="1222385"/>
          </a:xfrm>
        </p:spPr>
        <p:txBody>
          <a:bodyPr/>
          <a:lstStyle/>
          <a:p>
            <a:r>
              <a:rPr lang="en-US" dirty="0"/>
              <a:t>Constraints and criteria</a:t>
            </a:r>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772255" y="1963981"/>
            <a:ext cx="8435083" cy="4434272"/>
          </a:xfrm>
        </p:spPr>
        <p:txBody>
          <a:bodyPr vert="horz" lIns="91440" tIns="0" rIns="91440" bIns="0" rtlCol="0" anchor="t">
            <a:normAutofit fontScale="85000" lnSpcReduction="20000"/>
          </a:bodyPr>
          <a:lstStyle/>
          <a:p>
            <a:r>
              <a:rPr lang="en-US" sz="2400" dirty="0">
                <a:cs typeface="Sabon Next LT"/>
              </a:rPr>
              <a:t>Constraints:</a:t>
            </a:r>
          </a:p>
          <a:p>
            <a:pPr marL="285750" indent="-285750">
              <a:buFont typeface="Arial" panose="020B0604020202020204" pitchFamily="34" charset="0"/>
              <a:buChar char="•"/>
            </a:pPr>
            <a:r>
              <a:rPr lang="en-US" dirty="0">
                <a:cs typeface="Sabon Next LT"/>
              </a:rPr>
              <a:t>Be user friendly to graduate students and researchers</a:t>
            </a:r>
          </a:p>
          <a:p>
            <a:pPr marL="569214" lvl="1" indent="-285750"/>
            <a:r>
              <a:rPr lang="en-US" dirty="0">
                <a:cs typeface="Sabon Next LT"/>
              </a:rPr>
              <a:t>Graduate Student – </a:t>
            </a:r>
            <a:r>
              <a:rPr lang="en-US" dirty="0" err="1">
                <a:cs typeface="Sabon Next LT"/>
              </a:rPr>
              <a:t>Jiahaw</a:t>
            </a:r>
            <a:r>
              <a:rPr lang="en-US" dirty="0">
                <a:cs typeface="Sabon Next LT"/>
              </a:rPr>
              <a:t> “Jay” Fu</a:t>
            </a:r>
          </a:p>
          <a:p>
            <a:pPr marL="285750" indent="-285750">
              <a:buFont typeface="Arial" panose="020B0604020202020204" pitchFamily="34" charset="0"/>
              <a:buChar char="•"/>
            </a:pPr>
            <a:r>
              <a:rPr lang="en-US" dirty="0">
                <a:cs typeface="Sabon Next LT"/>
              </a:rPr>
              <a:t>Be affordable to graduates and researchers</a:t>
            </a:r>
          </a:p>
          <a:p>
            <a:pPr marL="285750" indent="-285750">
              <a:buFont typeface="Arial" panose="020B0604020202020204" pitchFamily="34" charset="0"/>
              <a:buChar char="•"/>
            </a:pPr>
            <a:r>
              <a:rPr lang="en-US" dirty="0">
                <a:cs typeface="Sabon Next LT"/>
              </a:rPr>
              <a:t>Detect cell shapes as accurately as possible</a:t>
            </a:r>
          </a:p>
          <a:p>
            <a:pPr marL="285750" indent="-285750">
              <a:buFont typeface="Arial" panose="020B0604020202020204" pitchFamily="34" charset="0"/>
              <a:buChar char="•"/>
            </a:pPr>
            <a:r>
              <a:rPr lang="en-US" dirty="0">
                <a:cs typeface="Sabon Next LT"/>
              </a:rPr>
              <a:t>Use one type of microscopy (consistency). </a:t>
            </a:r>
          </a:p>
          <a:p>
            <a:pPr marL="285750" indent="-285750">
              <a:buFont typeface="Arial" panose="020B0604020202020204" pitchFamily="34" charset="0"/>
              <a:buChar char="•"/>
            </a:pPr>
            <a:r>
              <a:rPr lang="en-US" dirty="0">
                <a:cs typeface="Sabon Next LT"/>
              </a:rPr>
              <a:t>Detect properties of a cell</a:t>
            </a:r>
          </a:p>
          <a:p>
            <a:pPr marL="569214" lvl="1" indent="-285750"/>
            <a:r>
              <a:rPr lang="en-US" dirty="0">
                <a:cs typeface="Sabon Next LT"/>
              </a:rPr>
              <a:t>Currently looking into whether a cell is a sickle cell or healthy cell.</a:t>
            </a:r>
          </a:p>
          <a:p>
            <a:endParaRPr lang="en-US" dirty="0">
              <a:cs typeface="Sabon Next LT"/>
            </a:endParaRPr>
          </a:p>
          <a:p>
            <a:r>
              <a:rPr lang="en-US" sz="2400" dirty="0">
                <a:cs typeface="Sabon Next LT"/>
              </a:rPr>
              <a:t>Criteria:</a:t>
            </a:r>
          </a:p>
          <a:p>
            <a:pPr marL="285750" indent="-285750">
              <a:buFont typeface="Arial" panose="020B0604020202020204" pitchFamily="34" charset="0"/>
              <a:buChar char="•"/>
            </a:pPr>
            <a:r>
              <a:rPr lang="en-US" dirty="0">
                <a:cs typeface="Sabon Next LT"/>
              </a:rPr>
              <a:t>Must be implemented using MATLAB</a:t>
            </a:r>
          </a:p>
          <a:p>
            <a:pPr marL="285750" indent="-285750">
              <a:buFont typeface="Arial" panose="020B0604020202020204" pitchFamily="34" charset="0"/>
              <a:buChar char="•"/>
            </a:pPr>
            <a:r>
              <a:rPr lang="en-US" dirty="0">
                <a:cs typeface="Sabon Next LT"/>
              </a:rPr>
              <a:t>Must use an already existing dataset (</a:t>
            </a:r>
            <a:r>
              <a:rPr lang="en-US" dirty="0" err="1">
                <a:cs typeface="Sabon Next LT"/>
              </a:rPr>
              <a:t>ie</a:t>
            </a:r>
            <a:r>
              <a:rPr lang="en-US" dirty="0">
                <a:cs typeface="Sabon Next LT"/>
              </a:rPr>
              <a:t>. We are not imaging cells ourselves)</a:t>
            </a:r>
          </a:p>
          <a:p>
            <a:pPr marL="285750" indent="-285750">
              <a:buFont typeface="Arial" panose="020B0604020202020204" pitchFamily="34" charset="0"/>
              <a:buChar char="•"/>
            </a:pPr>
            <a:r>
              <a:rPr lang="en-US" dirty="0">
                <a:cs typeface="Sabon Next LT"/>
              </a:rPr>
              <a:t>Must not make a physical device</a:t>
            </a:r>
          </a:p>
          <a:p>
            <a:pPr marL="285750" indent="-285750">
              <a:buFont typeface="Arial" panose="020B0604020202020204" pitchFamily="34" charset="0"/>
              <a:buChar char="•"/>
            </a:pPr>
            <a:r>
              <a:rPr lang="en-US" dirty="0">
                <a:cs typeface="Sabon Next LT"/>
              </a:rPr>
              <a:t>Must detect cell boundaries</a:t>
            </a:r>
          </a:p>
        </p:txBody>
      </p:sp>
    </p:spTree>
    <p:extLst>
      <p:ext uri="{BB962C8B-B14F-4D97-AF65-F5344CB8AC3E}">
        <p14:creationId xmlns:p14="http://schemas.microsoft.com/office/powerpoint/2010/main" val="246859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4" y="173697"/>
            <a:ext cx="7965461" cy="994164"/>
          </a:xfrm>
        </p:spPr>
        <p:txBody>
          <a:bodyPr/>
          <a:lstStyle/>
          <a:p>
            <a:r>
              <a:rPr lang="en-US" err="1"/>
              <a:t>FlowChart</a:t>
            </a:r>
            <a:endParaRPr lang="en-US"/>
          </a:p>
        </p:txBody>
      </p:sp>
      <p:grpSp>
        <p:nvGrpSpPr>
          <p:cNvPr id="26" name="Group 25">
            <a:extLst>
              <a:ext uri="{FF2B5EF4-FFF2-40B4-BE49-F238E27FC236}">
                <a16:creationId xmlns:a16="http://schemas.microsoft.com/office/drawing/2014/main" id="{43DDE9C2-D299-B01F-3E3F-C500929433C7}"/>
              </a:ext>
            </a:extLst>
          </p:cNvPr>
          <p:cNvGrpSpPr/>
          <p:nvPr/>
        </p:nvGrpSpPr>
        <p:grpSpPr>
          <a:xfrm>
            <a:off x="4037014" y="1613042"/>
            <a:ext cx="6812560" cy="4726113"/>
            <a:chOff x="3780096" y="1674687"/>
            <a:chExt cx="6812560" cy="4726113"/>
          </a:xfrm>
        </p:grpSpPr>
        <p:sp>
          <p:nvSpPr>
            <p:cNvPr id="7" name="Oval 6">
              <a:extLst>
                <a:ext uri="{FF2B5EF4-FFF2-40B4-BE49-F238E27FC236}">
                  <a16:creationId xmlns:a16="http://schemas.microsoft.com/office/drawing/2014/main" id="{1669DDAE-BF37-A0D3-BBE7-755A31448AAB}"/>
                </a:ext>
              </a:extLst>
            </p:cNvPr>
            <p:cNvSpPr/>
            <p:nvPr/>
          </p:nvSpPr>
          <p:spPr>
            <a:xfrm>
              <a:off x="3780096" y="1674687"/>
              <a:ext cx="2857771" cy="485655"/>
            </a:xfrm>
            <a:prstGeom prst="ellipse">
              <a:avLst/>
            </a:prstGeom>
            <a:solidFill>
              <a:schemeClr val="accent2"/>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Start</a:t>
              </a:r>
            </a:p>
          </p:txBody>
        </p:sp>
        <p:sp>
          <p:nvSpPr>
            <p:cNvPr id="8" name="Oval 7">
              <a:extLst>
                <a:ext uri="{FF2B5EF4-FFF2-40B4-BE49-F238E27FC236}">
                  <a16:creationId xmlns:a16="http://schemas.microsoft.com/office/drawing/2014/main" id="{892B2AAF-A07E-D97D-E93C-25A0A14EDD05}"/>
                </a:ext>
              </a:extLst>
            </p:cNvPr>
            <p:cNvSpPr/>
            <p:nvPr/>
          </p:nvSpPr>
          <p:spPr>
            <a:xfrm>
              <a:off x="8152887" y="5905233"/>
              <a:ext cx="2049513" cy="485655"/>
            </a:xfrm>
            <a:prstGeom prst="ellipse">
              <a:avLst/>
            </a:prstGeom>
            <a:solidFill>
              <a:schemeClr val="accent2"/>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End</a:t>
              </a:r>
            </a:p>
          </p:txBody>
        </p:sp>
        <p:sp>
          <p:nvSpPr>
            <p:cNvPr id="9" name="Parallelogram 8">
              <a:extLst>
                <a:ext uri="{FF2B5EF4-FFF2-40B4-BE49-F238E27FC236}">
                  <a16:creationId xmlns:a16="http://schemas.microsoft.com/office/drawing/2014/main" id="{32D076C4-CB1E-F36E-5F10-E5C004B86106}"/>
                </a:ext>
              </a:extLst>
            </p:cNvPr>
            <p:cNvSpPr/>
            <p:nvPr/>
          </p:nvSpPr>
          <p:spPr>
            <a:xfrm>
              <a:off x="3780109" y="2480624"/>
              <a:ext cx="2857771" cy="416276"/>
            </a:xfrm>
            <a:prstGeom prst="parallelogram">
              <a:avLst/>
            </a:prstGeom>
            <a:solidFill>
              <a:schemeClr val="accent3"/>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Input Image</a:t>
              </a:r>
            </a:p>
          </p:txBody>
        </p:sp>
        <p:sp>
          <p:nvSpPr>
            <p:cNvPr id="10" name="Diamond 9">
              <a:extLst>
                <a:ext uri="{FF2B5EF4-FFF2-40B4-BE49-F238E27FC236}">
                  <a16:creationId xmlns:a16="http://schemas.microsoft.com/office/drawing/2014/main" id="{7250945A-670C-F55B-8E2D-0CCB0AED73A4}"/>
                </a:ext>
              </a:extLst>
            </p:cNvPr>
            <p:cNvSpPr/>
            <p:nvPr/>
          </p:nvSpPr>
          <p:spPr>
            <a:xfrm>
              <a:off x="3780105" y="4784107"/>
              <a:ext cx="2857771" cy="838406"/>
            </a:xfrm>
            <a:prstGeom prst="diamond">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Cell is likely round</a:t>
              </a:r>
            </a:p>
          </p:txBody>
        </p:sp>
        <p:cxnSp>
          <p:nvCxnSpPr>
            <p:cNvPr id="11" name="Straight Arrow Connector 10">
              <a:extLst>
                <a:ext uri="{FF2B5EF4-FFF2-40B4-BE49-F238E27FC236}">
                  <a16:creationId xmlns:a16="http://schemas.microsoft.com/office/drawing/2014/main" id="{F0C8E7D0-1001-70CC-9DBD-59F93C98F0C0}"/>
                </a:ext>
              </a:extLst>
            </p:cNvPr>
            <p:cNvCxnSpPr>
              <a:cxnSpLocks/>
              <a:stCxn id="7" idx="4"/>
              <a:endCxn id="9" idx="0"/>
            </p:cNvCxnSpPr>
            <p:nvPr/>
          </p:nvCxnSpPr>
          <p:spPr>
            <a:xfrm>
              <a:off x="5208983" y="2160342"/>
              <a:ext cx="13" cy="32028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47C1581-7AC7-FA67-DBEC-FDCF2185F3A0}"/>
                </a:ext>
              </a:extLst>
            </p:cNvPr>
            <p:cNvCxnSpPr>
              <a:cxnSpLocks/>
              <a:stCxn id="9" idx="4"/>
              <a:endCxn id="15" idx="0"/>
            </p:cNvCxnSpPr>
            <p:nvPr/>
          </p:nvCxnSpPr>
          <p:spPr>
            <a:xfrm flipH="1">
              <a:off x="5208987" y="2896900"/>
              <a:ext cx="9" cy="27954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2160458-B778-96CA-63FA-1FF792AB40B1}"/>
                </a:ext>
              </a:extLst>
            </p:cNvPr>
            <p:cNvCxnSpPr>
              <a:cxnSpLocks/>
              <a:stCxn id="15" idx="2"/>
              <a:endCxn id="16" idx="0"/>
            </p:cNvCxnSpPr>
            <p:nvPr/>
          </p:nvCxnSpPr>
          <p:spPr>
            <a:xfrm flipH="1">
              <a:off x="5208985" y="3672011"/>
              <a:ext cx="2" cy="333809"/>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E15B8D4-303B-E873-22B3-1594D46AACD8}"/>
                </a:ext>
              </a:extLst>
            </p:cNvPr>
            <p:cNvCxnSpPr>
              <a:cxnSpLocks/>
              <a:stCxn id="16" idx="2"/>
              <a:endCxn id="10" idx="0"/>
            </p:cNvCxnSpPr>
            <p:nvPr/>
          </p:nvCxnSpPr>
          <p:spPr>
            <a:xfrm>
              <a:off x="5208985" y="4501387"/>
              <a:ext cx="7" cy="28272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D79AF624-9052-A241-AE1E-82EDBE5BC28D}"/>
                </a:ext>
              </a:extLst>
            </p:cNvPr>
            <p:cNvSpPr/>
            <p:nvPr/>
          </p:nvSpPr>
          <p:spPr>
            <a:xfrm>
              <a:off x="3780105" y="3176444"/>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Preprocessing</a:t>
              </a:r>
            </a:p>
            <a:p>
              <a:pPr algn="ctr"/>
              <a:r>
                <a:rPr lang="en-US" sz="700">
                  <a:solidFill>
                    <a:schemeClr val="bg1"/>
                  </a:solidFill>
                </a:rPr>
                <a:t>(denoising, image enhancing, possible grayscale conversion)</a:t>
              </a:r>
            </a:p>
          </p:txBody>
        </p:sp>
        <p:sp>
          <p:nvSpPr>
            <p:cNvPr id="16" name="Rectangle: Rounded Corners 15">
              <a:extLst>
                <a:ext uri="{FF2B5EF4-FFF2-40B4-BE49-F238E27FC236}">
                  <a16:creationId xmlns:a16="http://schemas.microsoft.com/office/drawing/2014/main" id="{13CB8259-52BC-8CB7-6864-2103A34FF4CD}"/>
                </a:ext>
              </a:extLst>
            </p:cNvPr>
            <p:cNvSpPr/>
            <p:nvPr/>
          </p:nvSpPr>
          <p:spPr>
            <a:xfrm>
              <a:off x="3780103" y="4005820"/>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Processing</a:t>
              </a:r>
            </a:p>
            <a:p>
              <a:pPr algn="ctr"/>
              <a:r>
                <a:rPr lang="en-US" sz="700">
                  <a:solidFill>
                    <a:schemeClr val="bg1"/>
                  </a:solidFill>
                </a:rPr>
                <a:t>(Cell/shape threshold detection, cell roundness calculation)</a:t>
              </a:r>
            </a:p>
          </p:txBody>
        </p:sp>
        <p:sp>
          <p:nvSpPr>
            <p:cNvPr id="17" name="Rectangle: Rounded Corners 16">
              <a:extLst>
                <a:ext uri="{FF2B5EF4-FFF2-40B4-BE49-F238E27FC236}">
                  <a16:creationId xmlns:a16="http://schemas.microsoft.com/office/drawing/2014/main" id="{B30F5E04-5B55-1151-1338-B1848FFAB50A}"/>
                </a:ext>
              </a:extLst>
            </p:cNvPr>
            <p:cNvSpPr/>
            <p:nvPr/>
          </p:nvSpPr>
          <p:spPr>
            <a:xfrm>
              <a:off x="7734894" y="4955527"/>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Classify Healthy</a:t>
              </a:r>
            </a:p>
          </p:txBody>
        </p:sp>
        <p:cxnSp>
          <p:nvCxnSpPr>
            <p:cNvPr id="18" name="Straight Arrow Connector 17">
              <a:extLst>
                <a:ext uri="{FF2B5EF4-FFF2-40B4-BE49-F238E27FC236}">
                  <a16:creationId xmlns:a16="http://schemas.microsoft.com/office/drawing/2014/main" id="{EDF3EA74-42C7-1FEF-0210-A077ED6C959B}"/>
                </a:ext>
              </a:extLst>
            </p:cNvPr>
            <p:cNvCxnSpPr>
              <a:cxnSpLocks/>
              <a:stCxn id="10" idx="3"/>
              <a:endCxn id="17" idx="1"/>
            </p:cNvCxnSpPr>
            <p:nvPr/>
          </p:nvCxnSpPr>
          <p:spPr>
            <a:xfrm>
              <a:off x="6637876" y="5203310"/>
              <a:ext cx="1097018"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38">
              <a:extLst>
                <a:ext uri="{FF2B5EF4-FFF2-40B4-BE49-F238E27FC236}">
                  <a16:creationId xmlns:a16="http://schemas.microsoft.com/office/drawing/2014/main" id="{BD342AE2-2938-CAB4-71E8-924977CE0A5B}"/>
                </a:ext>
              </a:extLst>
            </p:cNvPr>
            <p:cNvSpPr txBox="1"/>
            <p:nvPr/>
          </p:nvSpPr>
          <p:spPr>
            <a:xfrm>
              <a:off x="6637865" y="4970322"/>
              <a:ext cx="952357" cy="269304"/>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150"/>
                <a:t>Yes</a:t>
              </a:r>
            </a:p>
          </p:txBody>
        </p:sp>
        <p:sp>
          <p:nvSpPr>
            <p:cNvPr id="20" name="Rectangle: Rounded Corners 19">
              <a:extLst>
                <a:ext uri="{FF2B5EF4-FFF2-40B4-BE49-F238E27FC236}">
                  <a16:creationId xmlns:a16="http://schemas.microsoft.com/office/drawing/2014/main" id="{73044F42-7D13-6BCF-3783-755BC4D5E433}"/>
                </a:ext>
              </a:extLst>
            </p:cNvPr>
            <p:cNvSpPr/>
            <p:nvPr/>
          </p:nvSpPr>
          <p:spPr>
            <a:xfrm>
              <a:off x="3780103" y="5905233"/>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Classify Healthy</a:t>
              </a:r>
            </a:p>
          </p:txBody>
        </p:sp>
        <p:cxnSp>
          <p:nvCxnSpPr>
            <p:cNvPr id="21" name="Straight Arrow Connector 20">
              <a:extLst>
                <a:ext uri="{FF2B5EF4-FFF2-40B4-BE49-F238E27FC236}">
                  <a16:creationId xmlns:a16="http://schemas.microsoft.com/office/drawing/2014/main" id="{64D31A3E-6F59-5795-E64E-A9089CA9FF03}"/>
                </a:ext>
              </a:extLst>
            </p:cNvPr>
            <p:cNvCxnSpPr>
              <a:cxnSpLocks/>
              <a:stCxn id="10" idx="2"/>
              <a:endCxn id="20" idx="0"/>
            </p:cNvCxnSpPr>
            <p:nvPr/>
          </p:nvCxnSpPr>
          <p:spPr>
            <a:xfrm flipH="1">
              <a:off x="5208985" y="5622513"/>
              <a:ext cx="7" cy="28272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44">
              <a:extLst>
                <a:ext uri="{FF2B5EF4-FFF2-40B4-BE49-F238E27FC236}">
                  <a16:creationId xmlns:a16="http://schemas.microsoft.com/office/drawing/2014/main" id="{4AB8E65F-D0D7-BE13-1206-DE31A58FDD0D}"/>
                </a:ext>
              </a:extLst>
            </p:cNvPr>
            <p:cNvSpPr txBox="1"/>
            <p:nvPr/>
          </p:nvSpPr>
          <p:spPr>
            <a:xfrm>
              <a:off x="5208983" y="5622513"/>
              <a:ext cx="952357" cy="203760"/>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50"/>
                <a:t>No</a:t>
              </a:r>
            </a:p>
          </p:txBody>
        </p:sp>
        <p:cxnSp>
          <p:nvCxnSpPr>
            <p:cNvPr id="24" name="Straight Arrow Connector 23">
              <a:extLst>
                <a:ext uri="{FF2B5EF4-FFF2-40B4-BE49-F238E27FC236}">
                  <a16:creationId xmlns:a16="http://schemas.microsoft.com/office/drawing/2014/main" id="{8CBF74DE-52AD-7C9B-573B-EB02C0410FA3}"/>
                </a:ext>
              </a:extLst>
            </p:cNvPr>
            <p:cNvCxnSpPr>
              <a:cxnSpLocks/>
              <a:stCxn id="17" idx="2"/>
              <a:endCxn id="8" idx="0"/>
            </p:cNvCxnSpPr>
            <p:nvPr/>
          </p:nvCxnSpPr>
          <p:spPr>
            <a:xfrm>
              <a:off x="9163776" y="5451093"/>
              <a:ext cx="13867" cy="45414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CD430C7-A28F-5665-7426-2882A3127C4D}"/>
                </a:ext>
              </a:extLst>
            </p:cNvPr>
            <p:cNvCxnSpPr>
              <a:cxnSpLocks/>
              <a:stCxn id="20" idx="3"/>
              <a:endCxn id="8" idx="2"/>
            </p:cNvCxnSpPr>
            <p:nvPr/>
          </p:nvCxnSpPr>
          <p:spPr>
            <a:xfrm flipV="1">
              <a:off x="6637865" y="6148061"/>
              <a:ext cx="1515022" cy="495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A3A7-BA08-F99D-9921-94B8A592A33A}"/>
              </a:ext>
            </a:extLst>
          </p:cNvPr>
          <p:cNvSpPr>
            <a:spLocks noGrp="1"/>
          </p:cNvSpPr>
          <p:nvPr>
            <p:ph type="title"/>
          </p:nvPr>
        </p:nvSpPr>
        <p:spPr>
          <a:xfrm>
            <a:off x="914400" y="1061623"/>
            <a:ext cx="10511627" cy="4739104"/>
          </a:xfrm>
        </p:spPr>
        <p:txBody>
          <a:bodyPr/>
          <a:lstStyle/>
          <a:p>
            <a:pPr algn="ctr"/>
            <a:r>
              <a:rPr lang="en-US" sz="5000" dirty="0"/>
              <a:t>Processing Example</a:t>
            </a:r>
          </a:p>
        </p:txBody>
      </p:sp>
    </p:spTree>
    <p:extLst>
      <p:ext uri="{BB962C8B-B14F-4D97-AF65-F5344CB8AC3E}">
        <p14:creationId xmlns:p14="http://schemas.microsoft.com/office/powerpoint/2010/main" val="3996918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microscope&#10;&#10;AI-generated content may be incorrect.">
            <a:extLst>
              <a:ext uri="{FF2B5EF4-FFF2-40B4-BE49-F238E27FC236}">
                <a16:creationId xmlns:a16="http://schemas.microsoft.com/office/drawing/2014/main" id="{4EE1BBF9-BE0E-E769-6188-7FFAF8C70E0A}"/>
              </a:ext>
            </a:extLst>
          </p:cNvPr>
          <p:cNvPicPr>
            <a:picLocks noGrp="1" noChangeAspect="1"/>
          </p:cNvPicPr>
          <p:nvPr>
            <p:ph idx="1"/>
          </p:nvPr>
        </p:nvPicPr>
        <p:blipFill>
          <a:blip r:embed="rId3"/>
          <a:stretch>
            <a:fillRect/>
          </a:stretch>
        </p:blipFill>
        <p:spPr>
          <a:xfrm>
            <a:off x="750523" y="158347"/>
            <a:ext cx="3859717" cy="2815193"/>
          </a:xfrm>
        </p:spPr>
      </p:pic>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a:p>
        </p:txBody>
      </p:sp>
      <p:pic>
        <p:nvPicPr>
          <p:cNvPr id="6" name="Picture 5" descr="A close-up of a microscope&#10;&#10;AI-generated content may be incorrect.">
            <a:extLst>
              <a:ext uri="{FF2B5EF4-FFF2-40B4-BE49-F238E27FC236}">
                <a16:creationId xmlns:a16="http://schemas.microsoft.com/office/drawing/2014/main" id="{34C7D7DD-986A-537B-3E45-D1C0CD669B67}"/>
              </a:ext>
            </a:extLst>
          </p:cNvPr>
          <p:cNvPicPr>
            <a:picLocks noChangeAspect="1"/>
          </p:cNvPicPr>
          <p:nvPr/>
        </p:nvPicPr>
        <p:blipFill>
          <a:blip r:embed="rId4"/>
          <a:stretch>
            <a:fillRect/>
          </a:stretch>
        </p:blipFill>
        <p:spPr>
          <a:xfrm>
            <a:off x="6685709" y="3587842"/>
            <a:ext cx="3717083" cy="2813825"/>
          </a:xfrm>
          <a:prstGeom prst="rect">
            <a:avLst/>
          </a:prstGeom>
        </p:spPr>
      </p:pic>
      <p:pic>
        <p:nvPicPr>
          <p:cNvPr id="7" name="Picture 6" descr="A black background with white clouds&#10;&#10;AI-generated content may be incorrect.">
            <a:extLst>
              <a:ext uri="{FF2B5EF4-FFF2-40B4-BE49-F238E27FC236}">
                <a16:creationId xmlns:a16="http://schemas.microsoft.com/office/drawing/2014/main" id="{73DB3030-F4AE-4AB0-E980-B5C63C6970E2}"/>
              </a:ext>
            </a:extLst>
          </p:cNvPr>
          <p:cNvPicPr>
            <a:picLocks noChangeAspect="1"/>
          </p:cNvPicPr>
          <p:nvPr/>
        </p:nvPicPr>
        <p:blipFill>
          <a:blip r:embed="rId5"/>
          <a:stretch>
            <a:fillRect/>
          </a:stretch>
        </p:blipFill>
        <p:spPr>
          <a:xfrm>
            <a:off x="754809" y="3429928"/>
            <a:ext cx="3715338" cy="2927320"/>
          </a:xfrm>
          <a:prstGeom prst="rect">
            <a:avLst/>
          </a:prstGeom>
        </p:spPr>
      </p:pic>
      <p:pic>
        <p:nvPicPr>
          <p:cNvPr id="8" name="Picture 7" descr="A black and white image of several different shapes&#10;&#10;AI-generated content may be incorrect.">
            <a:extLst>
              <a:ext uri="{FF2B5EF4-FFF2-40B4-BE49-F238E27FC236}">
                <a16:creationId xmlns:a16="http://schemas.microsoft.com/office/drawing/2014/main" id="{33CCB254-9368-8B18-29F4-154F9B3BCE26}"/>
              </a:ext>
            </a:extLst>
          </p:cNvPr>
          <p:cNvPicPr>
            <a:picLocks noChangeAspect="1"/>
          </p:cNvPicPr>
          <p:nvPr/>
        </p:nvPicPr>
        <p:blipFill>
          <a:blip r:embed="rId6"/>
          <a:stretch>
            <a:fillRect/>
          </a:stretch>
        </p:blipFill>
        <p:spPr>
          <a:xfrm>
            <a:off x="6685709" y="157975"/>
            <a:ext cx="3663554" cy="2813825"/>
          </a:xfrm>
          <a:prstGeom prst="rect">
            <a:avLst/>
          </a:prstGeom>
        </p:spPr>
      </p:pic>
      <p:sp>
        <p:nvSpPr>
          <p:cNvPr id="10" name="Arrow: Right 9">
            <a:extLst>
              <a:ext uri="{FF2B5EF4-FFF2-40B4-BE49-F238E27FC236}">
                <a16:creationId xmlns:a16="http://schemas.microsoft.com/office/drawing/2014/main" id="{137F7C76-EB84-412B-86A3-2AFC2D732D9F}"/>
              </a:ext>
            </a:extLst>
          </p:cNvPr>
          <p:cNvSpPr/>
          <p:nvPr/>
        </p:nvSpPr>
        <p:spPr>
          <a:xfrm>
            <a:off x="5100320" y="1361440"/>
            <a:ext cx="84328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69273B85-EA5C-C6A4-FCA8-E9C83E216149}"/>
              </a:ext>
            </a:extLst>
          </p:cNvPr>
          <p:cNvSpPr/>
          <p:nvPr/>
        </p:nvSpPr>
        <p:spPr>
          <a:xfrm rot="8160000">
            <a:off x="5174662" y="3303610"/>
            <a:ext cx="84328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D11B58F-87A5-789C-C3B0-431DB28302A6}"/>
              </a:ext>
            </a:extLst>
          </p:cNvPr>
          <p:cNvSpPr/>
          <p:nvPr/>
        </p:nvSpPr>
        <p:spPr>
          <a:xfrm>
            <a:off x="5100320" y="5078513"/>
            <a:ext cx="84328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016E3F1-F80A-E2D1-8810-EB28BDF84927}"/>
              </a:ext>
            </a:extLst>
          </p:cNvPr>
          <p:cNvSpPr txBox="1"/>
          <p:nvPr/>
        </p:nvSpPr>
        <p:spPr>
          <a:xfrm>
            <a:off x="660400" y="2905760"/>
            <a:ext cx="2600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Sabon Next LT"/>
              </a:rPr>
              <a:t>Original Image</a:t>
            </a:r>
            <a:endParaRPr lang="en-US"/>
          </a:p>
        </p:txBody>
      </p:sp>
      <p:sp>
        <p:nvSpPr>
          <p:cNvPr id="15" name="TextBox 14">
            <a:extLst>
              <a:ext uri="{FF2B5EF4-FFF2-40B4-BE49-F238E27FC236}">
                <a16:creationId xmlns:a16="http://schemas.microsoft.com/office/drawing/2014/main" id="{814ED00B-D9E3-4D72-DCB7-B63CA58FE9E2}"/>
              </a:ext>
            </a:extLst>
          </p:cNvPr>
          <p:cNvSpPr txBox="1"/>
          <p:nvPr/>
        </p:nvSpPr>
        <p:spPr>
          <a:xfrm>
            <a:off x="6624320" y="2875280"/>
            <a:ext cx="37998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Find significant change </a:t>
            </a:r>
            <a:r>
              <a:rPr lang="en-US">
                <a:cs typeface="Sabon Next LT"/>
              </a:rPr>
              <a:t>in contrast in image and fill gaps</a:t>
            </a:r>
            <a:endParaRPr lang="en-US"/>
          </a:p>
        </p:txBody>
      </p:sp>
      <p:sp>
        <p:nvSpPr>
          <p:cNvPr id="16" name="TextBox 15">
            <a:extLst>
              <a:ext uri="{FF2B5EF4-FFF2-40B4-BE49-F238E27FC236}">
                <a16:creationId xmlns:a16="http://schemas.microsoft.com/office/drawing/2014/main" id="{B10A5B48-1729-0B38-F431-A89F19B3E6F4}"/>
              </a:ext>
            </a:extLst>
          </p:cNvPr>
          <p:cNvSpPr txBox="1"/>
          <p:nvPr/>
        </p:nvSpPr>
        <p:spPr>
          <a:xfrm>
            <a:off x="670560" y="6319520"/>
            <a:ext cx="3799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Remove </a:t>
            </a:r>
            <a:r>
              <a:rPr lang="en-US" dirty="0">
                <a:cs typeface="Sabon Next LT"/>
              </a:rPr>
              <a:t>objects connected to border</a:t>
            </a:r>
            <a:endParaRPr lang="en-US" dirty="0"/>
          </a:p>
        </p:txBody>
      </p:sp>
      <p:sp>
        <p:nvSpPr>
          <p:cNvPr id="17" name="TextBox 16">
            <a:extLst>
              <a:ext uri="{FF2B5EF4-FFF2-40B4-BE49-F238E27FC236}">
                <a16:creationId xmlns:a16="http://schemas.microsoft.com/office/drawing/2014/main" id="{03C3E186-96D7-A3A7-F94F-0F1DBF249E3D}"/>
              </a:ext>
            </a:extLst>
          </p:cNvPr>
          <p:cNvSpPr txBox="1"/>
          <p:nvPr/>
        </p:nvSpPr>
        <p:spPr>
          <a:xfrm>
            <a:off x="6624320" y="631952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Highlight and overlay</a:t>
            </a:r>
          </a:p>
        </p:txBody>
      </p:sp>
    </p:spTree>
    <p:extLst>
      <p:ext uri="{BB962C8B-B14F-4D97-AF65-F5344CB8AC3E}">
        <p14:creationId xmlns:p14="http://schemas.microsoft.com/office/powerpoint/2010/main" val="3913219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869057" y="356494"/>
            <a:ext cx="4450489" cy="650324"/>
          </a:xfrm>
        </p:spPr>
        <p:txBody>
          <a:bodyPr/>
          <a:lstStyle/>
          <a:p>
            <a:r>
              <a:rPr lang="en-US"/>
              <a:t>MATLAB CODE</a:t>
            </a:r>
          </a:p>
        </p:txBody>
      </p:sp>
      <p:pic>
        <p:nvPicPr>
          <p:cNvPr id="23" name="Picture 22" descr="A screenshot of a computer code&#10;&#10;AI-generated content may be incorrect.">
            <a:extLst>
              <a:ext uri="{FF2B5EF4-FFF2-40B4-BE49-F238E27FC236}">
                <a16:creationId xmlns:a16="http://schemas.microsoft.com/office/drawing/2014/main" id="{EE2E59DA-AEDB-E8C5-489A-7EB55C9C3AAD}"/>
              </a:ext>
            </a:extLst>
          </p:cNvPr>
          <p:cNvPicPr>
            <a:picLocks noChangeAspect="1"/>
          </p:cNvPicPr>
          <p:nvPr/>
        </p:nvPicPr>
        <p:blipFill>
          <a:blip r:embed="rId3"/>
          <a:stretch>
            <a:fillRect/>
          </a:stretch>
        </p:blipFill>
        <p:spPr>
          <a:xfrm>
            <a:off x="785813" y="1712278"/>
            <a:ext cx="5012055" cy="3565525"/>
          </a:xfrm>
          <a:prstGeom prst="rect">
            <a:avLst/>
          </a:prstGeom>
        </p:spPr>
      </p:pic>
      <p:pic>
        <p:nvPicPr>
          <p:cNvPr id="24" name="Picture 23" descr="A screenshot of a computer code&#10;&#10;AI-generated content may be incorrect.">
            <a:extLst>
              <a:ext uri="{FF2B5EF4-FFF2-40B4-BE49-F238E27FC236}">
                <a16:creationId xmlns:a16="http://schemas.microsoft.com/office/drawing/2014/main" id="{1A0FD507-3A5E-9869-0C23-5C54C52ACA2F}"/>
              </a:ext>
            </a:extLst>
          </p:cNvPr>
          <p:cNvPicPr>
            <a:picLocks noChangeAspect="1"/>
          </p:cNvPicPr>
          <p:nvPr/>
        </p:nvPicPr>
        <p:blipFill>
          <a:blip r:embed="rId4"/>
          <a:stretch>
            <a:fillRect/>
          </a:stretch>
        </p:blipFill>
        <p:spPr>
          <a:xfrm>
            <a:off x="6091872" y="1712912"/>
            <a:ext cx="4895215" cy="3564255"/>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8BD853BC-8E42-40C4-C496-425675D7D7EB}"/>
              </a:ext>
            </a:extLst>
          </p:cNvPr>
          <p:cNvPicPr>
            <a:picLocks noChangeAspect="1"/>
          </p:cNvPicPr>
          <p:nvPr/>
        </p:nvPicPr>
        <p:blipFill>
          <a:blip r:embed="rId3"/>
          <a:srcRect t="7510" b="10923"/>
          <a:stretch/>
        </p:blipFill>
        <p:spPr>
          <a:xfrm>
            <a:off x="2090019" y="714388"/>
            <a:ext cx="9472992" cy="5970823"/>
          </a:xfrm>
          <a:prstGeom prst="rect">
            <a:avLst/>
          </a:prstGeom>
        </p:spPr>
      </p:pic>
      <p:sp>
        <p:nvSpPr>
          <p:cNvPr id="10" name="Rectangle 9">
            <a:extLst>
              <a:ext uri="{FF2B5EF4-FFF2-40B4-BE49-F238E27FC236}">
                <a16:creationId xmlns:a16="http://schemas.microsoft.com/office/drawing/2014/main" id="{5BD33CF0-3066-2ADB-C854-A19DFB7F7048}"/>
              </a:ext>
            </a:extLst>
          </p:cNvPr>
          <p:cNvSpPr/>
          <p:nvPr/>
        </p:nvSpPr>
        <p:spPr>
          <a:xfrm>
            <a:off x="2090019" y="575353"/>
            <a:ext cx="2276498" cy="750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879790" y="270068"/>
            <a:ext cx="9875463" cy="999746"/>
          </a:xfrm>
        </p:spPr>
        <p:txBody>
          <a:bodyPr/>
          <a:lstStyle/>
          <a:p>
            <a:r>
              <a:rPr lang="en-US" dirty="0"/>
              <a:t>Gantt chart</a:t>
            </a:r>
          </a:p>
        </p:txBody>
      </p:sp>
    </p:spTree>
    <p:extLst>
      <p:ext uri="{BB962C8B-B14F-4D97-AF65-F5344CB8AC3E}">
        <p14:creationId xmlns:p14="http://schemas.microsoft.com/office/powerpoint/2010/main" val="2498021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sz="6000" dirty="0"/>
              <a:t>Thank 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normAutofit/>
          </a:bodyPr>
          <a:lstStyle/>
          <a:p>
            <a:r>
              <a:rPr lang="en-US" sz="3000" dirty="0"/>
              <a:t>Questions?</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7DFB23BD9BB14DBAA00A09D22FB835" ma:contentTypeVersion="8" ma:contentTypeDescription="Create a new document." ma:contentTypeScope="" ma:versionID="4ab912bfe781565cb0d2de860326c6e6">
  <xsd:schema xmlns:xsd="http://www.w3.org/2001/XMLSchema" xmlns:xs="http://www.w3.org/2001/XMLSchema" xmlns:p="http://schemas.microsoft.com/office/2006/metadata/properties" xmlns:ns2="eb5155ac-509b-4df1-8c7d-3e0eccb07f7b" targetNamespace="http://schemas.microsoft.com/office/2006/metadata/properties" ma:root="true" ma:fieldsID="aeb7206ff48990ab4078174717aba629" ns2:_="">
    <xsd:import namespace="eb5155ac-509b-4df1-8c7d-3e0eccb07f7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5155ac-509b-4df1-8c7d-3e0eccb07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openxmlformats.org/package/2006/metadata/core-properties"/>
    <ds:schemaRef ds:uri="http://purl.org/dc/elements/1.1/"/>
    <ds:schemaRef ds:uri="http://schemas.microsoft.com/office/2006/documentManagement/types"/>
    <ds:schemaRef ds:uri="http://purl.org/dc/terms/"/>
    <ds:schemaRef ds:uri="http://www.w3.org/XML/1998/namespace"/>
    <ds:schemaRef ds:uri="http://schemas.microsoft.com/office/2006/metadata/properties"/>
    <ds:schemaRef ds:uri="http://schemas.microsoft.com/office/infopath/2007/PartnerControls"/>
    <ds:schemaRef ds:uri="eb5155ac-509b-4df1-8c7d-3e0eccb07f7b"/>
    <ds:schemaRef ds:uri="http://purl.org/dc/dcmitype/"/>
  </ds:schemaRefs>
</ds:datastoreItem>
</file>

<file path=customXml/itemProps3.xml><?xml version="1.0" encoding="utf-8"?>
<ds:datastoreItem xmlns:ds="http://schemas.openxmlformats.org/officeDocument/2006/customXml" ds:itemID="{DD86C0D9-5AF3-4DDE-BFC8-4A63DBF2615D}"/>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{DAADB48D-4895-4F94-B966-6337476EDA3B}tf78438558_win32</Template>
  <TotalTime>0</TotalTime>
  <Words>522</Words>
  <Application>Microsoft Office PowerPoint</Application>
  <PresentationFormat>Widescreen</PresentationFormat>
  <Paragraphs>55</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Black</vt:lpstr>
      <vt:lpstr>Calibri</vt:lpstr>
      <vt:lpstr>Sabon Next LT</vt:lpstr>
      <vt:lpstr>Custom</vt:lpstr>
      <vt:lpstr>Cell Imaging 2026  Solution Description</vt:lpstr>
      <vt:lpstr>Introduction</vt:lpstr>
      <vt:lpstr>Imaging Examples</vt:lpstr>
      <vt:lpstr>Sickle Cell Disease</vt:lpstr>
      <vt:lpstr>Constraints and criteria</vt:lpstr>
      <vt:lpstr>FlowChart</vt:lpstr>
      <vt:lpstr>Processing Example</vt:lpstr>
      <vt:lpstr>PowerPoint Presentation</vt:lpstr>
      <vt:lpstr>MATLAB CODE</vt:lpstr>
      <vt:lpstr>Gantt chart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Demetrius Schank</dc:creator>
  <cp:lastModifiedBy>Demetrius Schank</cp:lastModifiedBy>
  <cp:revision>1</cp:revision>
  <dcterms:created xsi:type="dcterms:W3CDTF">2025-03-31T20:01:13Z</dcterms:created>
  <dcterms:modified xsi:type="dcterms:W3CDTF">2025-04-01T16:40:23Z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0x010100797DFB23BD9BB14DBAA00A09D22FB835</vt:lpwstr>
  </property>
</Properties>
</file>