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4"/>
  </p:sldMasterIdLst>
  <p:notesMasterIdLst>
    <p:notesMasterId r:id="rId32"/>
  </p:notesMasterIdLst>
  <p:handoutMasterIdLst>
    <p:handoutMasterId r:id="rId33"/>
  </p:handoutMasterIdLst>
  <p:sldIdLst>
    <p:sldId id="312" r:id="rId5"/>
    <p:sldId id="343" r:id="rId6"/>
    <p:sldId id="323" r:id="rId7"/>
    <p:sldId id="329" r:id="rId8"/>
    <p:sldId id="344" r:id="rId9"/>
    <p:sldId id="330" r:id="rId10"/>
    <p:sldId id="333" r:id="rId11"/>
    <p:sldId id="347" r:id="rId12"/>
    <p:sldId id="332" r:id="rId13"/>
    <p:sldId id="335" r:id="rId14"/>
    <p:sldId id="336" r:id="rId15"/>
    <p:sldId id="346" r:id="rId16"/>
    <p:sldId id="315" r:id="rId17"/>
    <p:sldId id="327" r:id="rId18"/>
    <p:sldId id="331" r:id="rId19"/>
    <p:sldId id="345" r:id="rId20"/>
    <p:sldId id="324" r:id="rId21"/>
    <p:sldId id="282" r:id="rId22"/>
    <p:sldId id="328" r:id="rId23"/>
    <p:sldId id="304" r:id="rId24"/>
    <p:sldId id="307" r:id="rId25"/>
    <p:sldId id="338" r:id="rId26"/>
    <p:sldId id="339" r:id="rId27"/>
    <p:sldId id="321" r:id="rId28"/>
    <p:sldId id="348" r:id="rId29"/>
    <p:sldId id="340" r:id="rId30"/>
    <p:sldId id="297" r:id="rId31"/>
  </p:sldIdLst>
  <p:sldSz cx="12192000" cy="6858000"/>
  <p:notesSz cx="13716000" cy="2438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616" userDrawn="1">
          <p15:clr>
            <a:srgbClr val="A4A3A4"/>
          </p15:clr>
        </p15:guide>
        <p15:guide id="4" orient="horz" pos="3264" userDrawn="1">
          <p15:clr>
            <a:srgbClr val="A4A3A4"/>
          </p15:clr>
        </p15:guide>
        <p15:guide id="5" pos="6912" userDrawn="1">
          <p15:clr>
            <a:srgbClr val="A4A3A4"/>
          </p15:clr>
        </p15:guide>
        <p15:guide id="6" orient="horz" userDrawn="1">
          <p15:clr>
            <a:srgbClr val="A4A3A4"/>
          </p15:clr>
        </p15:guide>
        <p15:guide id="7" orient="horz" pos="4008" userDrawn="1">
          <p15:clr>
            <a:srgbClr val="A4A3A4"/>
          </p15:clr>
        </p15:guide>
        <p15:guide id="9" orient="horz" pos="2352" userDrawn="1">
          <p15:clr>
            <a:srgbClr val="A4A3A4"/>
          </p15:clr>
        </p15:guide>
        <p15:guide id="12" pos="6696" userDrawn="1">
          <p15:clr>
            <a:srgbClr val="A4A3A4"/>
          </p15:clr>
        </p15:guide>
        <p15:guide id="15" pos="2136" userDrawn="1">
          <p15:clr>
            <a:srgbClr val="A4A3A4"/>
          </p15:clr>
        </p15:guide>
        <p15:guide id="16" pos="2760" userDrawn="1">
          <p15:clr>
            <a:srgbClr val="A4A3A4"/>
          </p15:clr>
        </p15:guide>
        <p15:guide id="17" pos="3288" userDrawn="1">
          <p15:clr>
            <a:srgbClr val="A4A3A4"/>
          </p15:clr>
        </p15:guide>
        <p15:guide id="18" pos="4032" userDrawn="1">
          <p15:clr>
            <a:srgbClr val="A4A3A4"/>
          </p15:clr>
        </p15:guide>
        <p15:guide id="19" pos="4392" userDrawn="1">
          <p15:clr>
            <a:srgbClr val="A4A3A4"/>
          </p15:clr>
        </p15:guide>
        <p15:guide id="20" pos="4944" userDrawn="1">
          <p15:clr>
            <a:srgbClr val="A4A3A4"/>
          </p15:clr>
        </p15:guide>
        <p15:guide id="21" pos="5544" userDrawn="1">
          <p15:clr>
            <a:srgbClr val="A4A3A4"/>
          </p15:clr>
        </p15:guide>
        <p15:guide id="22" pos="6072" userDrawn="1">
          <p15:clr>
            <a:srgbClr val="A4A3A4"/>
          </p15:clr>
        </p15:guide>
        <p15:guide id="23" orient="horz" pos="2448" userDrawn="1">
          <p15:clr>
            <a:srgbClr val="A4A3A4"/>
          </p15:clr>
        </p15:guide>
        <p15:guide id="25" pos="5256" userDrawn="1">
          <p15:clr>
            <a:srgbClr val="A4A3A4"/>
          </p15:clr>
        </p15:guide>
        <p15:guide id="26" pos="7261"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202C8F"/>
    <a:srgbClr val="FDFBF6"/>
    <a:srgbClr val="AAC4E9"/>
    <a:srgbClr val="F5CDCE"/>
    <a:srgbClr val="DF8C8C"/>
    <a:srgbClr val="D4D593"/>
    <a:srgbClr val="E6F0FE"/>
    <a:srgbClr val="CDBE8A"/>
    <a:srgbClr val="FFEF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347BA2-50B7-22E3-FE2D-53C6AB1C821D}" v="6" dt="2026-04-26T15:24:07.381"/>
  </p1510:revLst>
</p1510:revInfo>
</file>

<file path=ppt/tableStyles.xml><?xml version="1.0" encoding="utf-8"?>
<a:tblStyleLst xmlns:a="http://schemas.openxmlformats.org/drawingml/2006/main" def="{3B4B98B0-60AC-42C2-AFA5-B58CD77FA1E5}">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616"/>
        <p:guide orient="horz" pos="3264"/>
        <p:guide pos="6912"/>
        <p:guide orient="horz"/>
        <p:guide orient="horz" pos="4008"/>
        <p:guide orient="horz" pos="2352"/>
        <p:guide pos="6696"/>
        <p:guide pos="2136"/>
        <p:guide pos="2760"/>
        <p:guide pos="3288"/>
        <p:guide pos="4032"/>
        <p:guide pos="4392"/>
        <p:guide pos="4944"/>
        <p:guide pos="5544"/>
        <p:guide pos="6072"/>
        <p:guide orient="horz" pos="2448"/>
        <p:guide pos="5256"/>
        <p:guide pos="7261"/>
      </p:guideLst>
    </p:cSldViewPr>
  </p:slide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microsoft.com/office/2015/10/relationships/revisionInfo" Target="revisionInfo.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handoutMaster" Target="handoutMasters/handoutMaster1.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openxmlformats.org/officeDocument/2006/relationships/tableStyles" Target="tableStyles.xml"/><Relationship Id="rId40" Type="http://schemas.microsoft.com/office/2018/10/relationships/authors" Target="author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metrius Schank" userId="S::dschan02@villanova.edu::de37c640-0505-4c0a-929f-01f21418fa5b" providerId="AD" clId="Web-{F3347BA2-50B7-22E3-FE2D-53C6AB1C821D}"/>
    <pc:docChg chg="modSld">
      <pc:chgData name="Demetrius Schank" userId="S::dschan02@villanova.edu::de37c640-0505-4c0a-929f-01f21418fa5b" providerId="AD" clId="Web-{F3347BA2-50B7-22E3-FE2D-53C6AB1C821D}" dt="2026-04-26T15:24:07.381" v="5" actId="14100"/>
      <pc:docMkLst>
        <pc:docMk/>
      </pc:docMkLst>
      <pc:sldChg chg="modSp">
        <pc:chgData name="Demetrius Schank" userId="S::dschan02@villanova.edu::de37c640-0505-4c0a-929f-01f21418fa5b" providerId="AD" clId="Web-{F3347BA2-50B7-22E3-FE2D-53C6AB1C821D}" dt="2026-04-26T15:24:07.381" v="5" actId="14100"/>
        <pc:sldMkLst>
          <pc:docMk/>
          <pc:sldMk cId="1165031802" sldId="327"/>
        </pc:sldMkLst>
        <pc:picChg chg="mod">
          <ac:chgData name="Demetrius Schank" userId="S::dschan02@villanova.edu::de37c640-0505-4c0a-929f-01f21418fa5b" providerId="AD" clId="Web-{F3347BA2-50B7-22E3-FE2D-53C6AB1C821D}" dt="2026-04-26T15:24:06.944" v="4" actId="1076"/>
          <ac:picMkLst>
            <pc:docMk/>
            <pc:sldMk cId="1165031802" sldId="327"/>
            <ac:picMk id="4" creationId="{95DD70B3-EDAE-0DCE-15DB-0FCB99A79AAF}"/>
          </ac:picMkLst>
        </pc:picChg>
        <pc:picChg chg="mod">
          <ac:chgData name="Demetrius Schank" userId="S::dschan02@villanova.edu::de37c640-0505-4c0a-929f-01f21418fa5b" providerId="AD" clId="Web-{F3347BA2-50B7-22E3-FE2D-53C6AB1C821D}" dt="2026-04-26T15:24:07.381" v="5" actId="14100"/>
          <ac:picMkLst>
            <pc:docMk/>
            <pc:sldMk cId="1165031802" sldId="327"/>
            <ac:picMk id="9" creationId="{0A8BB2D6-5744-FEE4-CB3B-79BE8F54B2AE}"/>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5_3">
  <dgm:title val=""/>
  <dgm:desc val=""/>
  <dgm:catLst>
    <dgm:cat type="accent5" pri="11300"/>
  </dgm:catLst>
  <dgm:styleLbl name="node0">
    <dgm:fillClrLst meth="repeat">
      <a:schemeClr val="accent5">
        <a:shade val="80000"/>
      </a:schemeClr>
    </dgm:fillClrLst>
    <dgm:linClrLst meth="repeat">
      <a:schemeClr val="lt1"/>
    </dgm:linClrLst>
    <dgm:effectClrLst/>
    <dgm:txLinClrLst/>
    <dgm:txFillClrLst/>
    <dgm:txEffectClrLst/>
  </dgm:styleLbl>
  <dgm:styleLbl name="node1">
    <dgm:fillClrLst>
      <a:schemeClr val="accent5">
        <a:shade val="80000"/>
      </a:schemeClr>
      <a:schemeClr val="accent5">
        <a:tint val="70000"/>
      </a:schemeClr>
    </dgm:fillClrLst>
    <dgm:linClrLst meth="repeat">
      <a:schemeClr val="lt1"/>
    </dgm:linClrLst>
    <dgm:effectClrLst/>
    <dgm:txLinClrLst/>
    <dgm:txFillClrLst/>
    <dgm:txEffectClrLst/>
  </dgm:styleLbl>
  <dgm:styleLbl name="alignNode1">
    <dgm:fillClrLst>
      <a:schemeClr val="accent5">
        <a:shade val="80000"/>
      </a:schemeClr>
      <a:schemeClr val="accent5">
        <a:tint val="70000"/>
      </a:schemeClr>
    </dgm:fillClrLst>
    <dgm:linClrLst>
      <a:schemeClr val="accent5">
        <a:shade val="80000"/>
      </a:schemeClr>
      <a:schemeClr val="accent5">
        <a:tint val="70000"/>
      </a:schemeClr>
    </dgm:linClrLst>
    <dgm:effectClrLst/>
    <dgm:txLinClrLst/>
    <dgm:txFillClrLst/>
    <dgm:txEffectClrLst/>
  </dgm:styleLbl>
  <dgm:styleLbl name="lnNode1">
    <dgm:fillClrLst>
      <a:schemeClr val="accent5">
        <a:shade val="80000"/>
      </a:schemeClr>
      <a:schemeClr val="accent5">
        <a:tint val="70000"/>
      </a:schemeClr>
    </dgm:fillClrLst>
    <dgm:linClrLst meth="repeat">
      <a:schemeClr val="lt1"/>
    </dgm:linClrLst>
    <dgm:effectClrLst/>
    <dgm:txLinClrLst/>
    <dgm:txFillClrLst/>
    <dgm:txEffectClrLst/>
  </dgm:styleLbl>
  <dgm:styleLbl name="vennNode1">
    <dgm:fillClrLst>
      <a:schemeClr val="accent5">
        <a:shade val="80000"/>
        <a:alpha val="50000"/>
      </a:schemeClr>
      <a:schemeClr val="accent5">
        <a:tint val="70000"/>
        <a:alpha val="50000"/>
      </a:schemeClr>
    </dgm:fillClrLst>
    <dgm:linClrLst meth="repeat">
      <a:schemeClr val="lt1"/>
    </dgm:linClrLst>
    <dgm:effectClrLst/>
    <dgm:txLinClrLst/>
    <dgm:txFillClrLst/>
    <dgm:txEffectClrLst/>
  </dgm:styleLbl>
  <dgm:styleLbl name="node2">
    <dgm:fillClrLst>
      <a:schemeClr val="accent5">
        <a:tint val="99000"/>
      </a:schemeClr>
    </dgm:fillClrLst>
    <dgm:linClrLst meth="repeat">
      <a:schemeClr val="lt1"/>
    </dgm:linClrLst>
    <dgm:effectClrLst/>
    <dgm:txLinClrLst/>
    <dgm:txFillClrLst/>
    <dgm:txEffectClrLst/>
  </dgm:styleLbl>
  <dgm:styleLbl name="node3">
    <dgm:fillClrLst>
      <a:schemeClr val="accent5">
        <a:tint val="80000"/>
      </a:schemeClr>
    </dgm:fillClrLst>
    <dgm:linClrLst meth="repeat">
      <a:schemeClr val="lt1"/>
    </dgm:linClrLst>
    <dgm:effectClrLst/>
    <dgm:txLinClrLst/>
    <dgm:txFillClrLst/>
    <dgm:txEffectClrLst/>
  </dgm:styleLbl>
  <dgm:styleLbl name="node4">
    <dgm:fillClrLst>
      <a:schemeClr val="accent5">
        <a:tint val="70000"/>
      </a:schemeClr>
    </dgm:fillClrLst>
    <dgm:linClrLst meth="repeat">
      <a:schemeClr val="lt1"/>
    </dgm:linClrLst>
    <dgm:effectClrLst/>
    <dgm:txLinClrLst/>
    <dgm:txFillClrLst/>
    <dgm:txEffectClrLst/>
  </dgm:styleLbl>
  <dgm:styleLbl name="f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dgm:txEffectClrLst/>
  </dgm:styleLbl>
  <dgm:styleLbl name="f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bgSibTrans2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lt1"/>
    </dgm:txFillClrLst>
    <dgm:txEffectClrLst/>
  </dgm:styleLbl>
  <dgm:styleLbl name="sibTrans1D1">
    <dgm:fillClrLst>
      <a:schemeClr val="accent5">
        <a:shade val="90000"/>
      </a:schemeClr>
      <a:schemeClr val="accent5">
        <a:tint val="70000"/>
      </a:schemeClr>
    </dgm:fillClrLst>
    <dgm:linClrLst>
      <a:schemeClr val="accent5">
        <a:shade val="90000"/>
      </a:schemeClr>
      <a:schemeClr val="accent5">
        <a:tint val="70000"/>
      </a:schemeClr>
    </dgm:linClrLst>
    <dgm:effectClrLst/>
    <dgm:txLinClrLst/>
    <dgm:txFillClrLst meth="repeat">
      <a:schemeClr val="tx1"/>
    </dgm:txFillClrLst>
    <dgm:txEffectClrLst/>
  </dgm:styleLbl>
  <dgm:styleLbl name="callout">
    <dgm:fillClrLst meth="repeat">
      <a:schemeClr val="accent5"/>
    </dgm:fillClrLst>
    <dgm:linClrLst meth="repeat">
      <a:schemeClr val="accent5"/>
    </dgm:linClrLst>
    <dgm:effectClrLst/>
    <dgm:txLinClrLst/>
    <dgm:txFillClrLst meth="repeat">
      <a:schemeClr val="tx1"/>
    </dgm:txFillClrLst>
    <dgm:txEffectClrLst/>
  </dgm:styleLbl>
  <dgm:styleLbl name="asst0">
    <dgm:fillClrLst meth="repeat">
      <a:schemeClr val="accent5">
        <a:shade val="80000"/>
      </a:schemeClr>
    </dgm:fillClrLst>
    <dgm:linClrLst meth="repeat">
      <a:schemeClr val="lt1"/>
    </dgm:linClrLst>
    <dgm:effectClrLst/>
    <dgm:txLinClrLst/>
    <dgm:txFillClrLst/>
    <dgm:txEffectClrLst/>
  </dgm:styleLbl>
  <dgm:styleLbl name="asst1">
    <dgm:fillClrLst meth="repeat">
      <a:schemeClr val="accent5">
        <a:shade val="80000"/>
      </a:schemeClr>
    </dgm:fillClrLst>
    <dgm:linClrLst meth="repeat">
      <a:schemeClr val="lt1"/>
    </dgm:linClrLst>
    <dgm:effectClrLst/>
    <dgm:txLinClrLst/>
    <dgm:txFillClrLst/>
    <dgm:txEffectClrLst/>
  </dgm:styleLbl>
  <dgm:styleLbl name="asst2">
    <dgm:fillClrLst>
      <a:schemeClr val="accent5">
        <a:tint val="99000"/>
      </a:schemeClr>
    </dgm:fillClrLst>
    <dgm:linClrLst meth="repeat">
      <a:schemeClr val="lt1"/>
    </dgm:linClrLst>
    <dgm:effectClrLst/>
    <dgm:txLinClrLst/>
    <dgm:txFillClrLst/>
    <dgm:txEffectClrLst/>
  </dgm:styleLbl>
  <dgm:styleLbl name="asst3">
    <dgm:fillClrLst>
      <a:schemeClr val="accent5">
        <a:tint val="80000"/>
      </a:schemeClr>
    </dgm:fillClrLst>
    <dgm:linClrLst meth="repeat">
      <a:schemeClr val="lt1"/>
    </dgm:linClrLst>
    <dgm:effectClrLst/>
    <dgm:txLinClrLst/>
    <dgm:txFillClrLst/>
    <dgm:txEffectClrLst/>
  </dgm:styleLbl>
  <dgm:styleLbl name="asst4">
    <dgm:fillClrLst>
      <a:schemeClr val="accent5">
        <a:tint val="70000"/>
      </a:schemeClr>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a:tint val="90000"/>
      </a:schemeClr>
    </dgm:fillClrLst>
    <dgm:linClrLst meth="repeat">
      <a:schemeClr val="accent5">
        <a:tint val="90000"/>
      </a:schemeClr>
    </dgm:linClrLst>
    <dgm:effectClrLst/>
    <dgm:txLinClrLst/>
    <dgm:txFillClrLst/>
    <dgm:txEffectClrLst/>
  </dgm:styleLbl>
  <dgm:styleLbl name="parChTrans2D3">
    <dgm:fillClrLst meth="repeat">
      <a:schemeClr val="accent5">
        <a:tint val="70000"/>
      </a:schemeClr>
    </dgm:fillClrLst>
    <dgm:linClrLst meth="repeat">
      <a:schemeClr val="accent5">
        <a:tint val="70000"/>
      </a:schemeClr>
    </dgm:linClrLst>
    <dgm:effectClrLst/>
    <dgm:txLinClrLst/>
    <dgm:txFillClrLst/>
    <dgm:txEffectClrLst/>
  </dgm:styleLbl>
  <dgm:styleLbl name="parChTrans2D4">
    <dgm:fillClrLst meth="repeat">
      <a:schemeClr val="accent5">
        <a:tint val="50000"/>
      </a:schemeClr>
    </dgm:fillClrLst>
    <dgm:linClrLst meth="repeat">
      <a:schemeClr val="accent5">
        <a:tint val="50000"/>
      </a:schemeClr>
    </dgm:linClrLst>
    <dgm:effectClrLst/>
    <dgm:txLinClrLst/>
    <dgm:txFillClrLst meth="repeat">
      <a:schemeClr val="lt1"/>
    </dgm:txFillClrLst>
    <dgm:txEffectClrLst/>
  </dgm:styleLbl>
  <dgm:styleLbl name="parChTrans1D1">
    <dgm:fillClrLst meth="repeat">
      <a:schemeClr val="accent5">
        <a:shade val="80000"/>
      </a:schemeClr>
    </dgm:fillClrLst>
    <dgm:linClrLst meth="repeat">
      <a:schemeClr val="accent5">
        <a:shade val="80000"/>
      </a:schemeClr>
    </dgm:linClrLst>
    <dgm:effectClrLst/>
    <dgm:txLinClrLst/>
    <dgm:txFillClrLst meth="repeat">
      <a:schemeClr val="tx1"/>
    </dgm:txFillClrLst>
    <dgm:txEffectClrLst/>
  </dgm:styleLbl>
  <dgm:styleLbl name="parChTrans1D2">
    <dgm:fillClrLst meth="repeat">
      <a:schemeClr val="accent5">
        <a:tint val="99000"/>
      </a:schemeClr>
    </dgm:fillClrLst>
    <dgm:linClrLst meth="repeat">
      <a:schemeClr val="accent5">
        <a:tint val="99000"/>
      </a:schemeClr>
    </dgm:linClrLst>
    <dgm:effectClrLst/>
    <dgm:txLinClrLst/>
    <dgm:txFillClrLst meth="repeat">
      <a:schemeClr val="tx1"/>
    </dgm:txFillClrLst>
    <dgm:txEffectClrLst/>
  </dgm:styleLbl>
  <dgm:styleLbl name="parChTrans1D3">
    <dgm:fillClrLst meth="repeat">
      <a:schemeClr val="accent5">
        <a:tint val="80000"/>
      </a:schemeClr>
    </dgm:fillClrLst>
    <dgm:linClrLst meth="repeat">
      <a:schemeClr val="accent5">
        <a:tint val="80000"/>
      </a:schemeClr>
    </dgm:linClrLst>
    <dgm:effectClrLst/>
    <dgm:txLinClrLst/>
    <dgm:txFillClrLst meth="repeat">
      <a:schemeClr val="tx1"/>
    </dgm:txFillClrLst>
    <dgm:txEffectClrLst/>
  </dgm:styleLbl>
  <dgm:styleLbl name="parChTrans1D4">
    <dgm:fillClrLst meth="repeat">
      <a:schemeClr val="accent5">
        <a:tint val="70000"/>
      </a:schemeClr>
    </dgm:fillClrLst>
    <dgm:linClrLst meth="repeat">
      <a:schemeClr val="accent5">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5">
        <a:shade val="80000"/>
      </a:schemeClr>
      <a:schemeClr val="accent5">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a:tint val="70000"/>
      </a:schemeClr>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D69DE6-0B88-4641-9FE9-633F95EAD654}" type="doc">
      <dgm:prSet loTypeId="urn:microsoft.com/office/officeart/2005/8/layout/hProcess9" loCatId="process" qsTypeId="urn:microsoft.com/office/officeart/2005/8/quickstyle/simple1" qsCatId="simple" csTypeId="urn:microsoft.com/office/officeart/2005/8/colors/accent5_3" csCatId="accent5" phldr="1"/>
      <dgm:spPr/>
    </dgm:pt>
    <dgm:pt modelId="{1C757154-5428-4365-9E1A-F2A5C9006DA3}">
      <dgm:prSet phldrT="[Text]"/>
      <dgm:spPr/>
      <dgm:t>
        <a:bodyPr/>
        <a:lstStyle/>
        <a:p>
          <a:pPr>
            <a:spcAft>
              <a:spcPts val="0"/>
            </a:spcAft>
          </a:pPr>
          <a:r>
            <a:rPr lang="en-US" b="1" u="sng"/>
            <a:t>User(s):</a:t>
          </a:r>
          <a:br>
            <a:rPr lang="en-US"/>
          </a:br>
          <a:r>
            <a:rPr lang="en-US"/>
            <a:t>Dr. Wynne</a:t>
          </a:r>
          <a:br>
            <a:rPr lang="en-US"/>
          </a:br>
          <a:r>
            <a:rPr lang="en-US" err="1">
              <a:cs typeface="Sabon Next LT"/>
            </a:rPr>
            <a:t>Jiahaw</a:t>
          </a:r>
          <a:r>
            <a:rPr lang="en-US">
              <a:cs typeface="Sabon Next LT"/>
            </a:rPr>
            <a:t> “Jay” Fu</a:t>
          </a:r>
        </a:p>
        <a:p>
          <a:pPr>
            <a:spcAft>
              <a:spcPts val="0"/>
            </a:spcAft>
          </a:pPr>
          <a:r>
            <a:rPr lang="en-US">
              <a:cs typeface="Sabon Next LT"/>
            </a:rPr>
            <a:t>Other Researchers</a:t>
          </a:r>
          <a:endParaRPr lang="en-US"/>
        </a:p>
      </dgm:t>
    </dgm:pt>
    <dgm:pt modelId="{A2E38215-D527-479B-95A7-F9AFE9FEB2CE}" type="parTrans" cxnId="{0FB77F8A-0532-4FC1-AC3F-F22AD4477783}">
      <dgm:prSet/>
      <dgm:spPr/>
      <dgm:t>
        <a:bodyPr/>
        <a:lstStyle/>
        <a:p>
          <a:endParaRPr lang="en-US"/>
        </a:p>
      </dgm:t>
    </dgm:pt>
    <dgm:pt modelId="{BC49D7EE-B90C-4B78-9054-CC1D434F856E}" type="sibTrans" cxnId="{0FB77F8A-0532-4FC1-AC3F-F22AD4477783}">
      <dgm:prSet/>
      <dgm:spPr/>
      <dgm:t>
        <a:bodyPr/>
        <a:lstStyle/>
        <a:p>
          <a:endParaRPr lang="en-US"/>
        </a:p>
      </dgm:t>
    </dgm:pt>
    <dgm:pt modelId="{09DB967D-0C7F-414A-A147-CE58A3672501}">
      <dgm:prSet phldrT="[Text]"/>
      <dgm:spPr/>
      <dgm:t>
        <a:bodyPr/>
        <a:lstStyle/>
        <a:p>
          <a:r>
            <a:rPr lang="en-US" b="1" u="sng"/>
            <a:t>Need:</a:t>
          </a:r>
          <a:br>
            <a:rPr lang="en-US"/>
          </a:br>
          <a:r>
            <a:rPr lang="en-US"/>
            <a:t>Cheap and Efficient Cell Image Processing</a:t>
          </a:r>
        </a:p>
      </dgm:t>
    </dgm:pt>
    <dgm:pt modelId="{2FC32845-7085-43DC-BE5D-10DAF83954FB}" type="parTrans" cxnId="{55CED23F-9516-4638-ABAA-5B5D26E90E46}">
      <dgm:prSet/>
      <dgm:spPr/>
      <dgm:t>
        <a:bodyPr/>
        <a:lstStyle/>
        <a:p>
          <a:endParaRPr lang="en-US"/>
        </a:p>
      </dgm:t>
    </dgm:pt>
    <dgm:pt modelId="{CAE1A585-81C2-4EB2-8AE8-B689D7C5E157}" type="sibTrans" cxnId="{55CED23F-9516-4638-ABAA-5B5D26E90E46}">
      <dgm:prSet/>
      <dgm:spPr/>
      <dgm:t>
        <a:bodyPr/>
        <a:lstStyle/>
        <a:p>
          <a:endParaRPr lang="en-US"/>
        </a:p>
      </dgm:t>
    </dgm:pt>
    <dgm:pt modelId="{29C631CD-DBB3-4D6E-846E-64F44293CFC9}">
      <dgm:prSet phldrT="[Text]"/>
      <dgm:spPr/>
      <dgm:t>
        <a:bodyPr/>
        <a:lstStyle/>
        <a:p>
          <a:pPr>
            <a:spcAft>
              <a:spcPts val="0"/>
            </a:spcAft>
          </a:pPr>
          <a:r>
            <a:rPr lang="en-US" b="1" u="sng"/>
            <a:t>Insight:</a:t>
          </a:r>
        </a:p>
        <a:p>
          <a:pPr>
            <a:spcAft>
              <a:spcPts val="0"/>
            </a:spcAft>
          </a:pPr>
          <a:r>
            <a:rPr lang="en-US"/>
            <a:t>Reliable cell imaging processing technology is not easily accessible for small-budget researchers. </a:t>
          </a:r>
        </a:p>
      </dgm:t>
    </dgm:pt>
    <dgm:pt modelId="{90E368ED-21C3-4CC7-A4F0-B097F11B6427}" type="parTrans" cxnId="{B270406D-E2EE-486B-9376-C49C174BC47B}">
      <dgm:prSet/>
      <dgm:spPr/>
      <dgm:t>
        <a:bodyPr/>
        <a:lstStyle/>
        <a:p>
          <a:endParaRPr lang="en-US"/>
        </a:p>
      </dgm:t>
    </dgm:pt>
    <dgm:pt modelId="{2847A479-405D-4E8E-A3A2-9A947B5A804D}" type="sibTrans" cxnId="{B270406D-E2EE-486B-9376-C49C174BC47B}">
      <dgm:prSet/>
      <dgm:spPr/>
      <dgm:t>
        <a:bodyPr/>
        <a:lstStyle/>
        <a:p>
          <a:endParaRPr lang="en-US"/>
        </a:p>
      </dgm:t>
    </dgm:pt>
    <dgm:pt modelId="{02C9DA4C-0175-4779-AF3B-C81DE026B52F}" type="pres">
      <dgm:prSet presAssocID="{A0D69DE6-0B88-4641-9FE9-633F95EAD654}" presName="CompostProcess" presStyleCnt="0">
        <dgm:presLayoutVars>
          <dgm:dir/>
          <dgm:resizeHandles val="exact"/>
        </dgm:presLayoutVars>
      </dgm:prSet>
      <dgm:spPr/>
    </dgm:pt>
    <dgm:pt modelId="{A261F207-9A3A-4090-8296-2A748EEE5101}" type="pres">
      <dgm:prSet presAssocID="{A0D69DE6-0B88-4641-9FE9-633F95EAD654}" presName="arrow" presStyleLbl="bgShp" presStyleIdx="0" presStyleCnt="1"/>
      <dgm:spPr/>
    </dgm:pt>
    <dgm:pt modelId="{25E30AC8-F4F3-400E-952C-2F2358185C4B}" type="pres">
      <dgm:prSet presAssocID="{A0D69DE6-0B88-4641-9FE9-633F95EAD654}" presName="linearProcess" presStyleCnt="0"/>
      <dgm:spPr/>
    </dgm:pt>
    <dgm:pt modelId="{A8C4836A-FF93-4700-A334-34D6A2F6E8CC}" type="pres">
      <dgm:prSet presAssocID="{1C757154-5428-4365-9E1A-F2A5C9006DA3}" presName="textNode" presStyleLbl="node1" presStyleIdx="0" presStyleCnt="3">
        <dgm:presLayoutVars>
          <dgm:bulletEnabled val="1"/>
        </dgm:presLayoutVars>
      </dgm:prSet>
      <dgm:spPr/>
    </dgm:pt>
    <dgm:pt modelId="{33EEEEBB-6EE8-4CD0-86D0-37C91A2564F2}" type="pres">
      <dgm:prSet presAssocID="{BC49D7EE-B90C-4B78-9054-CC1D434F856E}" presName="sibTrans" presStyleCnt="0"/>
      <dgm:spPr/>
    </dgm:pt>
    <dgm:pt modelId="{E1C4F4F9-255A-45A1-9E9B-02AB3D35BEFD}" type="pres">
      <dgm:prSet presAssocID="{09DB967D-0C7F-414A-A147-CE58A3672501}" presName="textNode" presStyleLbl="node1" presStyleIdx="1" presStyleCnt="3">
        <dgm:presLayoutVars>
          <dgm:bulletEnabled val="1"/>
        </dgm:presLayoutVars>
      </dgm:prSet>
      <dgm:spPr/>
    </dgm:pt>
    <dgm:pt modelId="{8A4C181C-AFE3-48ED-86C8-B7CCACD0285C}" type="pres">
      <dgm:prSet presAssocID="{CAE1A585-81C2-4EB2-8AE8-B689D7C5E157}" presName="sibTrans" presStyleCnt="0"/>
      <dgm:spPr/>
    </dgm:pt>
    <dgm:pt modelId="{E3B5336E-3B07-495F-A0A0-9A9F204ECE5F}" type="pres">
      <dgm:prSet presAssocID="{29C631CD-DBB3-4D6E-846E-64F44293CFC9}" presName="textNode" presStyleLbl="node1" presStyleIdx="2" presStyleCnt="3">
        <dgm:presLayoutVars>
          <dgm:bulletEnabled val="1"/>
        </dgm:presLayoutVars>
      </dgm:prSet>
      <dgm:spPr/>
    </dgm:pt>
  </dgm:ptLst>
  <dgm:cxnLst>
    <dgm:cxn modelId="{CFE6261E-BBDA-4D2A-947C-CB9D6BCBBCB1}" type="presOf" srcId="{29C631CD-DBB3-4D6E-846E-64F44293CFC9}" destId="{E3B5336E-3B07-495F-A0A0-9A9F204ECE5F}" srcOrd="0" destOrd="0" presId="urn:microsoft.com/office/officeart/2005/8/layout/hProcess9"/>
    <dgm:cxn modelId="{55CED23F-9516-4638-ABAA-5B5D26E90E46}" srcId="{A0D69DE6-0B88-4641-9FE9-633F95EAD654}" destId="{09DB967D-0C7F-414A-A147-CE58A3672501}" srcOrd="1" destOrd="0" parTransId="{2FC32845-7085-43DC-BE5D-10DAF83954FB}" sibTransId="{CAE1A585-81C2-4EB2-8AE8-B689D7C5E157}"/>
    <dgm:cxn modelId="{B270406D-E2EE-486B-9376-C49C174BC47B}" srcId="{A0D69DE6-0B88-4641-9FE9-633F95EAD654}" destId="{29C631CD-DBB3-4D6E-846E-64F44293CFC9}" srcOrd="2" destOrd="0" parTransId="{90E368ED-21C3-4CC7-A4F0-B097F11B6427}" sibTransId="{2847A479-405D-4E8E-A3A2-9A947B5A804D}"/>
    <dgm:cxn modelId="{A4E26379-D842-4C3C-B6F7-2BEEBE222AC4}" type="presOf" srcId="{09DB967D-0C7F-414A-A147-CE58A3672501}" destId="{E1C4F4F9-255A-45A1-9E9B-02AB3D35BEFD}" srcOrd="0" destOrd="0" presId="urn:microsoft.com/office/officeart/2005/8/layout/hProcess9"/>
    <dgm:cxn modelId="{0FB77F8A-0532-4FC1-AC3F-F22AD4477783}" srcId="{A0D69DE6-0B88-4641-9FE9-633F95EAD654}" destId="{1C757154-5428-4365-9E1A-F2A5C9006DA3}" srcOrd="0" destOrd="0" parTransId="{A2E38215-D527-479B-95A7-F9AFE9FEB2CE}" sibTransId="{BC49D7EE-B90C-4B78-9054-CC1D434F856E}"/>
    <dgm:cxn modelId="{334104AB-1DA1-49AB-B41E-B7D4321A7745}" type="presOf" srcId="{A0D69DE6-0B88-4641-9FE9-633F95EAD654}" destId="{02C9DA4C-0175-4779-AF3B-C81DE026B52F}" srcOrd="0" destOrd="0" presId="urn:microsoft.com/office/officeart/2005/8/layout/hProcess9"/>
    <dgm:cxn modelId="{F6CE53D4-C17C-412D-9895-0F6CA0D7684A}" type="presOf" srcId="{1C757154-5428-4365-9E1A-F2A5C9006DA3}" destId="{A8C4836A-FF93-4700-A334-34D6A2F6E8CC}" srcOrd="0" destOrd="0" presId="urn:microsoft.com/office/officeart/2005/8/layout/hProcess9"/>
    <dgm:cxn modelId="{F7582044-CD14-41D4-8A4B-605BA734F887}" type="presParOf" srcId="{02C9DA4C-0175-4779-AF3B-C81DE026B52F}" destId="{A261F207-9A3A-4090-8296-2A748EEE5101}" srcOrd="0" destOrd="0" presId="urn:microsoft.com/office/officeart/2005/8/layout/hProcess9"/>
    <dgm:cxn modelId="{89305D35-D54F-4906-A9CA-065535EEFDED}" type="presParOf" srcId="{02C9DA4C-0175-4779-AF3B-C81DE026B52F}" destId="{25E30AC8-F4F3-400E-952C-2F2358185C4B}" srcOrd="1" destOrd="0" presId="urn:microsoft.com/office/officeart/2005/8/layout/hProcess9"/>
    <dgm:cxn modelId="{DAC7FB1A-BBE8-4073-AEFF-6117C9775CC4}" type="presParOf" srcId="{25E30AC8-F4F3-400E-952C-2F2358185C4B}" destId="{A8C4836A-FF93-4700-A334-34D6A2F6E8CC}" srcOrd="0" destOrd="0" presId="urn:microsoft.com/office/officeart/2005/8/layout/hProcess9"/>
    <dgm:cxn modelId="{59FDDCA5-D07F-4215-B16C-FF7038EF5DCB}" type="presParOf" srcId="{25E30AC8-F4F3-400E-952C-2F2358185C4B}" destId="{33EEEEBB-6EE8-4CD0-86D0-37C91A2564F2}" srcOrd="1" destOrd="0" presId="urn:microsoft.com/office/officeart/2005/8/layout/hProcess9"/>
    <dgm:cxn modelId="{684EFD4C-DCEF-45C3-8C30-B5221FF2E769}" type="presParOf" srcId="{25E30AC8-F4F3-400E-952C-2F2358185C4B}" destId="{E1C4F4F9-255A-45A1-9E9B-02AB3D35BEFD}" srcOrd="2" destOrd="0" presId="urn:microsoft.com/office/officeart/2005/8/layout/hProcess9"/>
    <dgm:cxn modelId="{FD8F58A3-8D1B-437E-898F-3EF7D5A94268}" type="presParOf" srcId="{25E30AC8-F4F3-400E-952C-2F2358185C4B}" destId="{8A4C181C-AFE3-48ED-86C8-B7CCACD0285C}" srcOrd="3" destOrd="0" presId="urn:microsoft.com/office/officeart/2005/8/layout/hProcess9"/>
    <dgm:cxn modelId="{21335DF2-632A-4CED-899F-8D65335CB5D0}" type="presParOf" srcId="{25E30AC8-F4F3-400E-952C-2F2358185C4B}" destId="{E3B5336E-3B07-495F-A0A0-9A9F204ECE5F}" srcOrd="4"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5C51A4A-CF93-411C-AEB7-ED6765B0B47A}" type="doc">
      <dgm:prSet loTypeId="urn:microsoft.com/office/officeart/2005/8/layout/hChevron3" loCatId="process" qsTypeId="urn:microsoft.com/office/officeart/2005/8/quickstyle/simple1" qsCatId="simple" csTypeId="urn:microsoft.com/office/officeart/2005/8/colors/accent1_2" csCatId="accent1" phldr="1"/>
      <dgm:spPr/>
      <dgm:t>
        <a:bodyPr/>
        <a:lstStyle/>
        <a:p>
          <a:endParaRPr lang="en-US"/>
        </a:p>
      </dgm:t>
    </dgm:pt>
    <dgm:pt modelId="{935B3C97-7936-44AE-8F18-28E999787E4C}">
      <dgm:prSet phldrT="[Text]" phldr="0"/>
      <dgm:spPr/>
      <dgm:t>
        <a:bodyPr/>
        <a:lstStyle/>
        <a:p>
          <a:pPr rtl="0"/>
          <a:r>
            <a:rPr lang="en-US" dirty="0">
              <a:latin typeface="Arial Black"/>
            </a:rPr>
            <a:t>Research</a:t>
          </a:r>
          <a:endParaRPr lang="en-US" dirty="0"/>
        </a:p>
      </dgm:t>
    </dgm:pt>
    <dgm:pt modelId="{6CAFEE2B-7606-4007-A768-4DE16982D22E}" type="parTrans" cxnId="{3C8DE376-BCD1-42EE-8336-21F642841070}">
      <dgm:prSet/>
      <dgm:spPr/>
    </dgm:pt>
    <dgm:pt modelId="{1D7E717D-33CD-40B0-A52C-2534CB1D937C}" type="sibTrans" cxnId="{3C8DE376-BCD1-42EE-8336-21F642841070}">
      <dgm:prSet/>
      <dgm:spPr/>
    </dgm:pt>
    <dgm:pt modelId="{9B4B15D6-85F6-45A1-B962-D91A1187E8FF}">
      <dgm:prSet phldrT="[Text]" phldr="0"/>
      <dgm:spPr/>
      <dgm:t>
        <a:bodyPr/>
        <a:lstStyle/>
        <a:p>
          <a:pPr rtl="0"/>
          <a:r>
            <a:rPr lang="en-US" dirty="0">
              <a:latin typeface="Arial Black"/>
            </a:rPr>
            <a:t>Coding Implementation</a:t>
          </a:r>
          <a:endParaRPr lang="en-US" dirty="0"/>
        </a:p>
      </dgm:t>
    </dgm:pt>
    <dgm:pt modelId="{A1A7AF96-F7EC-4D9A-8C48-93FE33F320C4}" type="parTrans" cxnId="{7317054D-A904-416C-B6C7-3C2BC0F2AD21}">
      <dgm:prSet/>
      <dgm:spPr/>
    </dgm:pt>
    <dgm:pt modelId="{45703EDA-020F-4DA3-9610-15B943D170B3}" type="sibTrans" cxnId="{7317054D-A904-416C-B6C7-3C2BC0F2AD21}">
      <dgm:prSet/>
      <dgm:spPr/>
    </dgm:pt>
    <dgm:pt modelId="{47F0884A-1225-428E-9AAD-9BCD14DFB1F6}">
      <dgm:prSet phldrT="[Text]" phldr="0"/>
      <dgm:spPr/>
      <dgm:t>
        <a:bodyPr/>
        <a:lstStyle/>
        <a:p>
          <a:pPr rtl="0"/>
          <a:r>
            <a:rPr lang="en-US" dirty="0">
              <a:latin typeface="Arial Black"/>
            </a:rPr>
            <a:t>Testing and reiteration</a:t>
          </a:r>
          <a:endParaRPr lang="en-US" dirty="0"/>
        </a:p>
      </dgm:t>
    </dgm:pt>
    <dgm:pt modelId="{A101FC38-8CEC-4D97-B277-3349CADF20B0}" type="parTrans" cxnId="{342F823F-D304-4D51-BA27-FB1B639274CE}">
      <dgm:prSet/>
      <dgm:spPr/>
    </dgm:pt>
    <dgm:pt modelId="{EF8F42AA-3710-4774-BA8A-D97F314C04AD}" type="sibTrans" cxnId="{342F823F-D304-4D51-BA27-FB1B639274CE}">
      <dgm:prSet/>
      <dgm:spPr/>
    </dgm:pt>
    <dgm:pt modelId="{36757408-8079-472D-A98E-8F1E4026AE5C}">
      <dgm:prSet phldr="0"/>
      <dgm:spPr/>
      <dgm:t>
        <a:bodyPr/>
        <a:lstStyle/>
        <a:p>
          <a:pPr rtl="0"/>
          <a:r>
            <a:rPr lang="en-US" dirty="0">
              <a:latin typeface="Arial Black"/>
            </a:rPr>
            <a:t>Release product</a:t>
          </a:r>
        </a:p>
      </dgm:t>
    </dgm:pt>
    <dgm:pt modelId="{DF5AD5AF-6431-4CB5-9D8B-23A5D863E311}" type="parTrans" cxnId="{536FA1EA-21BB-4A17-AC44-1CE2A005764E}">
      <dgm:prSet/>
      <dgm:spPr/>
    </dgm:pt>
    <dgm:pt modelId="{F3FEA7BD-48B0-44C7-A439-7E9CB3C4540A}" type="sibTrans" cxnId="{536FA1EA-21BB-4A17-AC44-1CE2A005764E}">
      <dgm:prSet/>
      <dgm:spPr/>
    </dgm:pt>
    <dgm:pt modelId="{75249FFE-BB0C-45F2-8477-2B4CD16C098A}" type="pres">
      <dgm:prSet presAssocID="{05C51A4A-CF93-411C-AEB7-ED6765B0B47A}" presName="Name0" presStyleCnt="0">
        <dgm:presLayoutVars>
          <dgm:dir/>
          <dgm:resizeHandles val="exact"/>
        </dgm:presLayoutVars>
      </dgm:prSet>
      <dgm:spPr/>
    </dgm:pt>
    <dgm:pt modelId="{B5B560F3-FDD3-4669-9B3A-16CBAE34CE37}" type="pres">
      <dgm:prSet presAssocID="{935B3C97-7936-44AE-8F18-28E999787E4C}" presName="parTxOnly" presStyleLbl="node1" presStyleIdx="0" presStyleCnt="4">
        <dgm:presLayoutVars>
          <dgm:bulletEnabled val="1"/>
        </dgm:presLayoutVars>
      </dgm:prSet>
      <dgm:spPr/>
    </dgm:pt>
    <dgm:pt modelId="{B8CA05B8-1063-4C05-9049-85A427B75DC0}" type="pres">
      <dgm:prSet presAssocID="{1D7E717D-33CD-40B0-A52C-2534CB1D937C}" presName="parSpace" presStyleCnt="0"/>
      <dgm:spPr/>
    </dgm:pt>
    <dgm:pt modelId="{8E46C6C1-5AF9-4184-A6AB-B82481A4DF11}" type="pres">
      <dgm:prSet presAssocID="{9B4B15D6-85F6-45A1-B962-D91A1187E8FF}" presName="parTxOnly" presStyleLbl="node1" presStyleIdx="1" presStyleCnt="4">
        <dgm:presLayoutVars>
          <dgm:bulletEnabled val="1"/>
        </dgm:presLayoutVars>
      </dgm:prSet>
      <dgm:spPr/>
    </dgm:pt>
    <dgm:pt modelId="{282157D0-7200-4356-8A5C-4F21D2F1F4FA}" type="pres">
      <dgm:prSet presAssocID="{45703EDA-020F-4DA3-9610-15B943D170B3}" presName="parSpace" presStyleCnt="0"/>
      <dgm:spPr/>
    </dgm:pt>
    <dgm:pt modelId="{F68A80B8-C719-4D40-9C05-812A1ECFAE98}" type="pres">
      <dgm:prSet presAssocID="{47F0884A-1225-428E-9AAD-9BCD14DFB1F6}" presName="parTxOnly" presStyleLbl="node1" presStyleIdx="2" presStyleCnt="4">
        <dgm:presLayoutVars>
          <dgm:bulletEnabled val="1"/>
        </dgm:presLayoutVars>
      </dgm:prSet>
      <dgm:spPr/>
    </dgm:pt>
    <dgm:pt modelId="{24DA8C79-027A-41D1-BA89-38426FCE4147}" type="pres">
      <dgm:prSet presAssocID="{EF8F42AA-3710-4774-BA8A-D97F314C04AD}" presName="parSpace" presStyleCnt="0"/>
      <dgm:spPr/>
    </dgm:pt>
    <dgm:pt modelId="{761789CE-7B28-4FDD-A05A-5B08990DE80A}" type="pres">
      <dgm:prSet presAssocID="{36757408-8079-472D-A98E-8F1E4026AE5C}" presName="parTxOnly" presStyleLbl="node1" presStyleIdx="3" presStyleCnt="4">
        <dgm:presLayoutVars>
          <dgm:bulletEnabled val="1"/>
        </dgm:presLayoutVars>
      </dgm:prSet>
      <dgm:spPr/>
    </dgm:pt>
  </dgm:ptLst>
  <dgm:cxnLst>
    <dgm:cxn modelId="{342F823F-D304-4D51-BA27-FB1B639274CE}" srcId="{05C51A4A-CF93-411C-AEB7-ED6765B0B47A}" destId="{47F0884A-1225-428E-9AAD-9BCD14DFB1F6}" srcOrd="2" destOrd="0" parTransId="{A101FC38-8CEC-4D97-B277-3349CADF20B0}" sibTransId="{EF8F42AA-3710-4774-BA8A-D97F314C04AD}"/>
    <dgm:cxn modelId="{7317054D-A904-416C-B6C7-3C2BC0F2AD21}" srcId="{05C51A4A-CF93-411C-AEB7-ED6765B0B47A}" destId="{9B4B15D6-85F6-45A1-B962-D91A1187E8FF}" srcOrd="1" destOrd="0" parTransId="{A1A7AF96-F7EC-4D9A-8C48-93FE33F320C4}" sibTransId="{45703EDA-020F-4DA3-9610-15B943D170B3}"/>
    <dgm:cxn modelId="{5BE5764E-5435-497E-82E2-3ABE7BB5CF56}" type="presOf" srcId="{36757408-8079-472D-A98E-8F1E4026AE5C}" destId="{761789CE-7B28-4FDD-A05A-5B08990DE80A}" srcOrd="0" destOrd="0" presId="urn:microsoft.com/office/officeart/2005/8/layout/hChevron3"/>
    <dgm:cxn modelId="{2461EA4E-83C2-4518-B8DA-F25618C04646}" type="presOf" srcId="{935B3C97-7936-44AE-8F18-28E999787E4C}" destId="{B5B560F3-FDD3-4669-9B3A-16CBAE34CE37}" srcOrd="0" destOrd="0" presId="urn:microsoft.com/office/officeart/2005/8/layout/hChevron3"/>
    <dgm:cxn modelId="{3C8DE376-BCD1-42EE-8336-21F642841070}" srcId="{05C51A4A-CF93-411C-AEB7-ED6765B0B47A}" destId="{935B3C97-7936-44AE-8F18-28E999787E4C}" srcOrd="0" destOrd="0" parTransId="{6CAFEE2B-7606-4007-A768-4DE16982D22E}" sibTransId="{1D7E717D-33CD-40B0-A52C-2534CB1D937C}"/>
    <dgm:cxn modelId="{F327CF84-2B0B-41BC-B449-1189D2E39E05}" type="presOf" srcId="{47F0884A-1225-428E-9AAD-9BCD14DFB1F6}" destId="{F68A80B8-C719-4D40-9C05-812A1ECFAE98}" srcOrd="0" destOrd="0" presId="urn:microsoft.com/office/officeart/2005/8/layout/hChevron3"/>
    <dgm:cxn modelId="{4F95C6DB-06A7-4B61-9F9E-B76047DFAA81}" type="presOf" srcId="{9B4B15D6-85F6-45A1-B962-D91A1187E8FF}" destId="{8E46C6C1-5AF9-4184-A6AB-B82481A4DF11}" srcOrd="0" destOrd="0" presId="urn:microsoft.com/office/officeart/2005/8/layout/hChevron3"/>
    <dgm:cxn modelId="{536FA1EA-21BB-4A17-AC44-1CE2A005764E}" srcId="{05C51A4A-CF93-411C-AEB7-ED6765B0B47A}" destId="{36757408-8079-472D-A98E-8F1E4026AE5C}" srcOrd="3" destOrd="0" parTransId="{DF5AD5AF-6431-4CB5-9D8B-23A5D863E311}" sibTransId="{F3FEA7BD-48B0-44C7-A439-7E9CB3C4540A}"/>
    <dgm:cxn modelId="{E4FEECFF-679E-478E-8E09-242CAC292F3A}" type="presOf" srcId="{05C51A4A-CF93-411C-AEB7-ED6765B0B47A}" destId="{75249FFE-BB0C-45F2-8477-2B4CD16C098A}" srcOrd="0" destOrd="0" presId="urn:microsoft.com/office/officeart/2005/8/layout/hChevron3"/>
    <dgm:cxn modelId="{B18299CF-BA7C-44DE-83B7-6F10C4290A4D}" type="presParOf" srcId="{75249FFE-BB0C-45F2-8477-2B4CD16C098A}" destId="{B5B560F3-FDD3-4669-9B3A-16CBAE34CE37}" srcOrd="0" destOrd="0" presId="urn:microsoft.com/office/officeart/2005/8/layout/hChevron3"/>
    <dgm:cxn modelId="{1A8979DE-A238-4D82-8543-155F32FF20D4}" type="presParOf" srcId="{75249FFE-BB0C-45F2-8477-2B4CD16C098A}" destId="{B8CA05B8-1063-4C05-9049-85A427B75DC0}" srcOrd="1" destOrd="0" presId="urn:microsoft.com/office/officeart/2005/8/layout/hChevron3"/>
    <dgm:cxn modelId="{D859297C-EC33-476F-B7A0-70EBE1B1E1D1}" type="presParOf" srcId="{75249FFE-BB0C-45F2-8477-2B4CD16C098A}" destId="{8E46C6C1-5AF9-4184-A6AB-B82481A4DF11}" srcOrd="2" destOrd="0" presId="urn:microsoft.com/office/officeart/2005/8/layout/hChevron3"/>
    <dgm:cxn modelId="{391BE6C6-71B5-434C-9F4D-165992DFC253}" type="presParOf" srcId="{75249FFE-BB0C-45F2-8477-2B4CD16C098A}" destId="{282157D0-7200-4356-8A5C-4F21D2F1F4FA}" srcOrd="3" destOrd="0" presId="urn:microsoft.com/office/officeart/2005/8/layout/hChevron3"/>
    <dgm:cxn modelId="{AA224A56-29AF-4DF4-891A-12A8A76363E6}" type="presParOf" srcId="{75249FFE-BB0C-45F2-8477-2B4CD16C098A}" destId="{F68A80B8-C719-4D40-9C05-812A1ECFAE98}" srcOrd="4" destOrd="0" presId="urn:microsoft.com/office/officeart/2005/8/layout/hChevron3"/>
    <dgm:cxn modelId="{E7062DAD-AEC6-4B67-92DD-1C59477693E5}" type="presParOf" srcId="{75249FFE-BB0C-45F2-8477-2B4CD16C098A}" destId="{24DA8C79-027A-41D1-BA89-38426FCE4147}" srcOrd="5" destOrd="0" presId="urn:microsoft.com/office/officeart/2005/8/layout/hChevron3"/>
    <dgm:cxn modelId="{AE456550-2749-40ED-BB09-081194A4F8A9}" type="presParOf" srcId="{75249FFE-BB0C-45F2-8477-2B4CD16C098A}" destId="{761789CE-7B28-4FDD-A05A-5B08990DE80A}"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61F207-9A3A-4090-8296-2A748EEE5101}">
      <dsp:nvSpPr>
        <dsp:cNvPr id="0" name=""/>
        <dsp:cNvSpPr/>
      </dsp:nvSpPr>
      <dsp:spPr>
        <a:xfrm>
          <a:off x="833234" y="0"/>
          <a:ext cx="9443319" cy="4551816"/>
        </a:xfrm>
        <a:prstGeom prst="rightArrow">
          <a:avLst/>
        </a:prstGeom>
        <a:solidFill>
          <a:schemeClr val="accent5">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C4836A-FF93-4700-A334-34D6A2F6E8CC}">
      <dsp:nvSpPr>
        <dsp:cNvPr id="0" name=""/>
        <dsp:cNvSpPr/>
      </dsp:nvSpPr>
      <dsp:spPr>
        <a:xfrm>
          <a:off x="284525" y="1365544"/>
          <a:ext cx="3332936" cy="1820726"/>
        </a:xfrm>
        <a:prstGeom prst="roundRect">
          <a:avLst/>
        </a:prstGeom>
        <a:solidFill>
          <a:schemeClr val="accent5">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ts val="0"/>
            </a:spcAft>
            <a:buNone/>
          </a:pPr>
          <a:r>
            <a:rPr lang="en-US" sz="1800" b="1" u="sng" kern="1200"/>
            <a:t>User(s):</a:t>
          </a:r>
          <a:br>
            <a:rPr lang="en-US" sz="1800" kern="1200"/>
          </a:br>
          <a:r>
            <a:rPr lang="en-US" sz="1800" kern="1200"/>
            <a:t>Dr. Wynne</a:t>
          </a:r>
          <a:br>
            <a:rPr lang="en-US" sz="1800" kern="1200"/>
          </a:br>
          <a:r>
            <a:rPr lang="en-US" sz="1800" kern="1200" err="1">
              <a:cs typeface="Sabon Next LT"/>
            </a:rPr>
            <a:t>Jiahaw</a:t>
          </a:r>
          <a:r>
            <a:rPr lang="en-US" sz="1800" kern="1200">
              <a:cs typeface="Sabon Next LT"/>
            </a:rPr>
            <a:t> “Jay” Fu</a:t>
          </a:r>
        </a:p>
        <a:p>
          <a:pPr marL="0" lvl="0" indent="0" algn="ctr" defTabSz="800100">
            <a:lnSpc>
              <a:spcPct val="90000"/>
            </a:lnSpc>
            <a:spcBef>
              <a:spcPct val="0"/>
            </a:spcBef>
            <a:spcAft>
              <a:spcPts val="0"/>
            </a:spcAft>
            <a:buNone/>
          </a:pPr>
          <a:r>
            <a:rPr lang="en-US" sz="1800" kern="1200">
              <a:cs typeface="Sabon Next LT"/>
            </a:rPr>
            <a:t>Other Researchers</a:t>
          </a:r>
          <a:endParaRPr lang="en-US" sz="1800" kern="1200"/>
        </a:p>
      </dsp:txBody>
      <dsp:txXfrm>
        <a:off x="373406" y="1454425"/>
        <a:ext cx="3155174" cy="1642964"/>
      </dsp:txXfrm>
    </dsp:sp>
    <dsp:sp modelId="{E1C4F4F9-255A-45A1-9E9B-02AB3D35BEFD}">
      <dsp:nvSpPr>
        <dsp:cNvPr id="0" name=""/>
        <dsp:cNvSpPr/>
      </dsp:nvSpPr>
      <dsp:spPr>
        <a:xfrm>
          <a:off x="3888425" y="1365544"/>
          <a:ext cx="3332936" cy="1820726"/>
        </a:xfrm>
        <a:prstGeom prst="roundRect">
          <a:avLst/>
        </a:prstGeom>
        <a:solidFill>
          <a:schemeClr val="accent5">
            <a:shade val="80000"/>
            <a:hueOff val="89837"/>
            <a:satOff val="-16143"/>
            <a:lumOff val="1619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u="sng" kern="1200"/>
            <a:t>Need:</a:t>
          </a:r>
          <a:br>
            <a:rPr lang="en-US" sz="1800" kern="1200"/>
          </a:br>
          <a:r>
            <a:rPr lang="en-US" sz="1800" kern="1200"/>
            <a:t>Cheap and Efficient Cell Image Processing</a:t>
          </a:r>
        </a:p>
      </dsp:txBody>
      <dsp:txXfrm>
        <a:off x="3977306" y="1454425"/>
        <a:ext cx="3155174" cy="1642964"/>
      </dsp:txXfrm>
    </dsp:sp>
    <dsp:sp modelId="{E3B5336E-3B07-495F-A0A0-9A9F204ECE5F}">
      <dsp:nvSpPr>
        <dsp:cNvPr id="0" name=""/>
        <dsp:cNvSpPr/>
      </dsp:nvSpPr>
      <dsp:spPr>
        <a:xfrm>
          <a:off x="7492326" y="1365544"/>
          <a:ext cx="3332936" cy="1820726"/>
        </a:xfrm>
        <a:prstGeom prst="roundRect">
          <a:avLst/>
        </a:prstGeom>
        <a:solidFill>
          <a:schemeClr val="accent5">
            <a:shade val="80000"/>
            <a:hueOff val="179674"/>
            <a:satOff val="-32286"/>
            <a:lumOff val="323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ts val="0"/>
            </a:spcAft>
            <a:buNone/>
          </a:pPr>
          <a:r>
            <a:rPr lang="en-US" sz="1800" b="1" u="sng" kern="1200"/>
            <a:t>Insight:</a:t>
          </a:r>
        </a:p>
        <a:p>
          <a:pPr marL="0" lvl="0" indent="0" algn="ctr" defTabSz="800100">
            <a:lnSpc>
              <a:spcPct val="90000"/>
            </a:lnSpc>
            <a:spcBef>
              <a:spcPct val="0"/>
            </a:spcBef>
            <a:spcAft>
              <a:spcPts val="0"/>
            </a:spcAft>
            <a:buNone/>
          </a:pPr>
          <a:r>
            <a:rPr lang="en-US" sz="1800" kern="1200"/>
            <a:t>Reliable cell imaging processing technology is not easily accessible for small-budget researchers. </a:t>
          </a:r>
        </a:p>
      </dsp:txBody>
      <dsp:txXfrm>
        <a:off x="7581207" y="1454425"/>
        <a:ext cx="3155174" cy="16429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B560F3-FDD3-4669-9B3A-16CBAE34CE37}">
      <dsp:nvSpPr>
        <dsp:cNvPr id="0" name=""/>
        <dsp:cNvSpPr/>
      </dsp:nvSpPr>
      <dsp:spPr>
        <a:xfrm>
          <a:off x="2516" y="3512830"/>
          <a:ext cx="2524936" cy="1009974"/>
        </a:xfrm>
        <a:prstGeom prst="homePlate">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9342" tIns="34671" rIns="17336" bIns="34671" numCol="1" spcCol="1270" anchor="ctr" anchorCtr="0">
          <a:noAutofit/>
        </a:bodyPr>
        <a:lstStyle/>
        <a:p>
          <a:pPr marL="0" lvl="0" indent="0" algn="ctr" defTabSz="577850" rtl="0">
            <a:lnSpc>
              <a:spcPct val="90000"/>
            </a:lnSpc>
            <a:spcBef>
              <a:spcPct val="0"/>
            </a:spcBef>
            <a:spcAft>
              <a:spcPct val="35000"/>
            </a:spcAft>
            <a:buNone/>
          </a:pPr>
          <a:r>
            <a:rPr lang="en-US" sz="1300" kern="1200" dirty="0">
              <a:latin typeface="Arial Black"/>
            </a:rPr>
            <a:t>Research</a:t>
          </a:r>
          <a:endParaRPr lang="en-US" sz="1300" kern="1200" dirty="0"/>
        </a:p>
      </dsp:txBody>
      <dsp:txXfrm>
        <a:off x="2516" y="3512830"/>
        <a:ext cx="2272443" cy="1009974"/>
      </dsp:txXfrm>
    </dsp:sp>
    <dsp:sp modelId="{8E46C6C1-5AF9-4184-A6AB-B82481A4DF11}">
      <dsp:nvSpPr>
        <dsp:cNvPr id="0" name=""/>
        <dsp:cNvSpPr/>
      </dsp:nvSpPr>
      <dsp:spPr>
        <a:xfrm>
          <a:off x="2022465" y="3512830"/>
          <a:ext cx="2524936" cy="1009974"/>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rtl="0">
            <a:lnSpc>
              <a:spcPct val="90000"/>
            </a:lnSpc>
            <a:spcBef>
              <a:spcPct val="0"/>
            </a:spcBef>
            <a:spcAft>
              <a:spcPct val="35000"/>
            </a:spcAft>
            <a:buNone/>
          </a:pPr>
          <a:r>
            <a:rPr lang="en-US" sz="1300" kern="1200" dirty="0">
              <a:latin typeface="Arial Black"/>
            </a:rPr>
            <a:t>Coding Implementation</a:t>
          </a:r>
          <a:endParaRPr lang="en-US" sz="1300" kern="1200" dirty="0"/>
        </a:p>
      </dsp:txBody>
      <dsp:txXfrm>
        <a:off x="2527452" y="3512830"/>
        <a:ext cx="1514962" cy="1009974"/>
      </dsp:txXfrm>
    </dsp:sp>
    <dsp:sp modelId="{F68A80B8-C719-4D40-9C05-812A1ECFAE98}">
      <dsp:nvSpPr>
        <dsp:cNvPr id="0" name=""/>
        <dsp:cNvSpPr/>
      </dsp:nvSpPr>
      <dsp:spPr>
        <a:xfrm>
          <a:off x="4042414" y="3512830"/>
          <a:ext cx="2524936" cy="1009974"/>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rtl="0">
            <a:lnSpc>
              <a:spcPct val="90000"/>
            </a:lnSpc>
            <a:spcBef>
              <a:spcPct val="0"/>
            </a:spcBef>
            <a:spcAft>
              <a:spcPct val="35000"/>
            </a:spcAft>
            <a:buNone/>
          </a:pPr>
          <a:r>
            <a:rPr lang="en-US" sz="1300" kern="1200" dirty="0">
              <a:latin typeface="Arial Black"/>
            </a:rPr>
            <a:t>Testing and reiteration</a:t>
          </a:r>
          <a:endParaRPr lang="en-US" sz="1300" kern="1200" dirty="0"/>
        </a:p>
      </dsp:txBody>
      <dsp:txXfrm>
        <a:off x="4547401" y="3512830"/>
        <a:ext cx="1514962" cy="1009974"/>
      </dsp:txXfrm>
    </dsp:sp>
    <dsp:sp modelId="{761789CE-7B28-4FDD-A05A-5B08990DE80A}">
      <dsp:nvSpPr>
        <dsp:cNvPr id="0" name=""/>
        <dsp:cNvSpPr/>
      </dsp:nvSpPr>
      <dsp:spPr>
        <a:xfrm>
          <a:off x="6062364" y="3512830"/>
          <a:ext cx="2524936" cy="1009974"/>
        </a:xfrm>
        <a:prstGeom prst="chevron">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2007" tIns="34671" rIns="17336" bIns="34671" numCol="1" spcCol="1270" anchor="ctr" anchorCtr="0">
          <a:noAutofit/>
        </a:bodyPr>
        <a:lstStyle/>
        <a:p>
          <a:pPr marL="0" lvl="0" indent="0" algn="ctr" defTabSz="577850" rtl="0">
            <a:lnSpc>
              <a:spcPct val="90000"/>
            </a:lnSpc>
            <a:spcBef>
              <a:spcPct val="0"/>
            </a:spcBef>
            <a:spcAft>
              <a:spcPct val="35000"/>
            </a:spcAft>
            <a:buNone/>
          </a:pPr>
          <a:r>
            <a:rPr lang="en-US" sz="1300" kern="1200" dirty="0">
              <a:latin typeface="Arial Black"/>
            </a:rPr>
            <a:t>Release product</a:t>
          </a:r>
        </a:p>
      </dsp:txBody>
      <dsp:txXfrm>
        <a:off x="6567351" y="3512830"/>
        <a:ext cx="1514962" cy="1009974"/>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2426ABF-A8C0-D94B-8DA4-89B3D95177FD}"/>
              </a:ext>
            </a:extLst>
          </p:cNvPr>
          <p:cNvSpPr>
            <a:spLocks noGrp="1"/>
          </p:cNvSpPr>
          <p:nvPr>
            <p:ph type="hdr" sz="quarter"/>
          </p:nvPr>
        </p:nvSpPr>
        <p:spPr>
          <a:xfrm>
            <a:off x="0" y="0"/>
            <a:ext cx="5943600" cy="1222375"/>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73E1C36-C21F-0B70-27E7-5B59DAE27561}"/>
              </a:ext>
            </a:extLst>
          </p:cNvPr>
          <p:cNvSpPr>
            <a:spLocks noGrp="1"/>
          </p:cNvSpPr>
          <p:nvPr>
            <p:ph type="dt" sz="quarter" idx="1"/>
          </p:nvPr>
        </p:nvSpPr>
        <p:spPr>
          <a:xfrm>
            <a:off x="7769225" y="0"/>
            <a:ext cx="5943600" cy="1222375"/>
          </a:xfrm>
          <a:prstGeom prst="rect">
            <a:avLst/>
          </a:prstGeom>
        </p:spPr>
        <p:txBody>
          <a:bodyPr vert="horz" lIns="91440" tIns="45720" rIns="91440" bIns="45720" rtlCol="0"/>
          <a:lstStyle>
            <a:lvl1pPr algn="r">
              <a:defRPr sz="1200"/>
            </a:lvl1pPr>
          </a:lstStyle>
          <a:p>
            <a:fld id="{AA970FB6-164E-0840-A35B-09E9F3D45F76}" type="datetimeyyyy">
              <a:rPr lang="en-US" smtClean="0"/>
              <a:t>2026</a:t>
            </a:fld>
            <a:endParaRPr lang="en-US"/>
          </a:p>
        </p:txBody>
      </p:sp>
      <p:sp>
        <p:nvSpPr>
          <p:cNvPr id="4" name="Footer Placeholder 3">
            <a:extLst>
              <a:ext uri="{FF2B5EF4-FFF2-40B4-BE49-F238E27FC236}">
                <a16:creationId xmlns:a16="http://schemas.microsoft.com/office/drawing/2014/main" id="{E5942066-244B-8673-5E9A-26E4265AD0B2}"/>
              </a:ext>
            </a:extLst>
          </p:cNvPr>
          <p:cNvSpPr>
            <a:spLocks noGrp="1"/>
          </p:cNvSpPr>
          <p:nvPr>
            <p:ph type="ftr" sz="quarter" idx="2"/>
          </p:nvPr>
        </p:nvSpPr>
        <p:spPr>
          <a:xfrm>
            <a:off x="0" y="23161625"/>
            <a:ext cx="5943600" cy="1222375"/>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2530EE97-1F54-6631-A4BB-FD938296488E}"/>
              </a:ext>
            </a:extLst>
          </p:cNvPr>
          <p:cNvSpPr>
            <a:spLocks noGrp="1"/>
          </p:cNvSpPr>
          <p:nvPr>
            <p:ph type="sldNum" sz="quarter" idx="3"/>
          </p:nvPr>
        </p:nvSpPr>
        <p:spPr>
          <a:xfrm>
            <a:off x="7769225" y="23161625"/>
            <a:ext cx="5943600" cy="1222375"/>
          </a:xfrm>
          <a:prstGeom prst="rect">
            <a:avLst/>
          </a:prstGeom>
        </p:spPr>
        <p:txBody>
          <a:bodyPr vert="horz" lIns="91440" tIns="45720" rIns="91440" bIns="45720" rtlCol="0" anchor="b"/>
          <a:lstStyle>
            <a:lvl1pPr algn="r">
              <a:defRPr sz="1200"/>
            </a:lvl1pPr>
          </a:lstStyle>
          <a:p>
            <a:fld id="{420BD0AB-C59E-4A46-83D3-F07787446BA0}" type="slidenum">
              <a:rPr lang="en-US" smtClean="0"/>
              <a:t>‹#›</a:t>
            </a:fld>
            <a:endParaRPr lang="en-US"/>
          </a:p>
        </p:txBody>
      </p:sp>
    </p:spTree>
    <p:extLst>
      <p:ext uri="{BB962C8B-B14F-4D97-AF65-F5344CB8AC3E}">
        <p14:creationId xmlns:p14="http://schemas.microsoft.com/office/powerpoint/2010/main" val="4133783596"/>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0866786"/>
      </p:ext>
    </p:extLst>
  </p:cSld>
  <p:clrMap bg1="lt1" tx1="dk1" bg2="lt2" tx2="dk2" accent1="accent1" accent2="accent2" accent3="accent3" accent4="accent4" accent5="accent5" accent6="accent6" hlink="hlink" folHlink="folHlink"/>
  <p:hf hdr="0" ftr="0"/>
  <p:notesStyle>
    <a:lvl1pPr marL="0" algn="l" defTabSz="457200" rtl="0" eaLnBrk="1" latinLnBrk="0" hangingPunct="1">
      <a:defRPr sz="600" kern="1200">
        <a:solidFill>
          <a:schemeClr val="tx1"/>
        </a:solidFill>
        <a:latin typeface="+mn-lt"/>
        <a:ea typeface="+mn-ea"/>
        <a:cs typeface="+mn-cs"/>
      </a:defRPr>
    </a:lvl1pPr>
    <a:lvl2pPr marL="228600" algn="l" defTabSz="457200" rtl="0" eaLnBrk="1" latinLnBrk="0" hangingPunct="1">
      <a:defRPr sz="600" kern="1200">
        <a:solidFill>
          <a:schemeClr val="tx1"/>
        </a:solidFill>
        <a:latin typeface="+mn-lt"/>
        <a:ea typeface="+mn-ea"/>
        <a:cs typeface="+mn-cs"/>
      </a:defRPr>
    </a:lvl2pPr>
    <a:lvl3pPr marL="457200" algn="l" defTabSz="457200" rtl="0" eaLnBrk="1" latinLnBrk="0" hangingPunct="1">
      <a:defRPr sz="600" kern="1200">
        <a:solidFill>
          <a:schemeClr val="tx1"/>
        </a:solidFill>
        <a:latin typeface="+mn-lt"/>
        <a:ea typeface="+mn-ea"/>
        <a:cs typeface="+mn-cs"/>
      </a:defRPr>
    </a:lvl3pPr>
    <a:lvl4pPr marL="685800" algn="l" defTabSz="457200" rtl="0" eaLnBrk="1" latinLnBrk="0" hangingPunct="1">
      <a:defRPr sz="600" kern="1200">
        <a:solidFill>
          <a:schemeClr val="tx1"/>
        </a:solidFill>
        <a:latin typeface="+mn-lt"/>
        <a:ea typeface="+mn-ea"/>
        <a:cs typeface="+mn-cs"/>
      </a:defRPr>
    </a:lvl4pPr>
    <a:lvl5pPr marL="914400" algn="l" defTabSz="457200" rtl="0" eaLnBrk="1" latinLnBrk="0" hangingPunct="1">
      <a:defRPr sz="600" kern="1200">
        <a:solidFill>
          <a:schemeClr val="tx1"/>
        </a:solidFill>
        <a:latin typeface="+mn-lt"/>
        <a:ea typeface="+mn-ea"/>
        <a:cs typeface="+mn-cs"/>
      </a:defRPr>
    </a:lvl5pPr>
    <a:lvl6pPr marL="1143000" algn="l" defTabSz="457200" rtl="0" eaLnBrk="1" latinLnBrk="0" hangingPunct="1">
      <a:defRPr sz="600" kern="1200">
        <a:solidFill>
          <a:schemeClr val="tx1"/>
        </a:solidFill>
        <a:latin typeface="+mn-lt"/>
        <a:ea typeface="+mn-ea"/>
        <a:cs typeface="+mn-cs"/>
      </a:defRPr>
    </a:lvl6pPr>
    <a:lvl7pPr marL="1371600" algn="l" defTabSz="457200" rtl="0" eaLnBrk="1" latinLnBrk="0" hangingPunct="1">
      <a:defRPr sz="600" kern="1200">
        <a:solidFill>
          <a:schemeClr val="tx1"/>
        </a:solidFill>
        <a:latin typeface="+mn-lt"/>
        <a:ea typeface="+mn-ea"/>
        <a:cs typeface="+mn-cs"/>
      </a:defRPr>
    </a:lvl7pPr>
    <a:lvl8pPr marL="1600200" algn="l" defTabSz="457200" rtl="0" eaLnBrk="1" latinLnBrk="0" hangingPunct="1">
      <a:defRPr sz="600" kern="1200">
        <a:solidFill>
          <a:schemeClr val="tx1"/>
        </a:solidFill>
        <a:latin typeface="+mn-lt"/>
        <a:ea typeface="+mn-ea"/>
        <a:cs typeface="+mn-cs"/>
      </a:defRPr>
    </a:lvl8pPr>
    <a:lvl9pPr marL="1828800" algn="l" defTabSz="457200" rtl="0" eaLnBrk="1" latinLnBrk="0" hangingPunct="1">
      <a:defRPr sz="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29976548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dirty="0">
                <a:ea typeface="Calibri"/>
                <a:cs typeface="Calibri"/>
              </a:rPr>
              <a:t> </a:t>
            </a:r>
          </a:p>
          <a:p>
            <a:r>
              <a:rPr lang="en-US" dirty="0">
                <a:ea typeface="Calibri"/>
                <a:cs typeface="Calibri"/>
              </a:rPr>
              <a:t>A quick background into what cell imaging is. Cell imaging, is like the name implies, is a technique to visualize and study cells  using microscopes and other imaging tools, such as fluorescent lighting.</a:t>
            </a:r>
            <a:endParaRPr lang="en-US" dirty="0"/>
          </a:p>
          <a:p>
            <a:endParaRPr lang="en-US" dirty="0">
              <a:ea typeface="Calibri"/>
              <a:cs typeface="Calibri"/>
            </a:endParaRPr>
          </a:p>
          <a:p>
            <a:r>
              <a:rPr lang="en-US" dirty="0">
                <a:ea typeface="Calibri"/>
                <a:cs typeface="Calibri"/>
              </a:rPr>
              <a:t>Why is it important? It can reveal function of cells at a molecular level that helps scientists understand normal and disease processes, it enables early detection and diagnosis of diseases by identifying abnormal structures and behaviors, and it also allows researchers to discover and develop drugs with real time cell responses. </a:t>
            </a:r>
          </a:p>
          <a:p>
            <a:endParaRPr lang="en-US" dirty="0">
              <a:ea typeface="Calibri"/>
              <a:cs typeface="Calibri"/>
            </a:endParaRPr>
          </a:p>
          <a:p>
            <a:pPr>
              <a:spcAft>
                <a:spcPts val="1200"/>
              </a:spcAft>
            </a:pPr>
            <a:r>
              <a:rPr lang="en-US" dirty="0"/>
              <a:t>Also! This is a continuation, or rather an addition, to the current cell imaging team where they determined the velocity of cells in capillaries.</a:t>
            </a:r>
          </a:p>
          <a:p>
            <a:pPr>
              <a:spcAft>
                <a:spcPts val="1200"/>
              </a:spcAft>
            </a:pPr>
            <a:endParaRPr lang="en-US" dirty="0"/>
          </a:p>
          <a:p>
            <a:endParaRPr lang="en-US" dirty="0">
              <a:ea typeface="Calibri"/>
              <a:cs typeface="Calibri"/>
            </a:endParaRPr>
          </a:p>
        </p:txBody>
      </p:sp>
    </p:spTree>
    <p:extLst>
      <p:ext uri="{BB962C8B-B14F-4D97-AF65-F5344CB8AC3E}">
        <p14:creationId xmlns:p14="http://schemas.microsoft.com/office/powerpoint/2010/main" val="981833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FC5C5C-E222-C2CE-78BC-301D8E8294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3A92B5-3B69-BD93-841D-8B9CDDD5D08D}"/>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DDEEEDFE-3EB1-6623-B7BA-0DC66F17924E}"/>
              </a:ext>
            </a:extLst>
          </p:cNvPr>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7360749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9B502-05A4-FDD0-9F99-75554199CD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6E6F6B-4D6E-BA6C-CEF3-BE688932E848}"/>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57ABE1ED-B886-8269-F83D-0C9F45D844BB}"/>
              </a:ext>
            </a:extLst>
          </p:cNvPr>
          <p:cNvSpPr>
            <a:spLocks noGrp="1"/>
          </p:cNvSpPr>
          <p:nvPr>
            <p:ph type="body" idx="1"/>
          </p:nvPr>
        </p:nvSpPr>
        <p:spPr>
          <a:xfrm>
            <a:off x="1371600" y="11734800"/>
            <a:ext cx="10972800" cy="9601200"/>
          </a:xfrm>
          <a:prstGeom prst="rect">
            <a:avLst/>
          </a:prstGeom>
        </p:spPr>
        <p:txBody>
          <a:bodyPr/>
          <a:lstStyle/>
          <a:p>
            <a:r>
              <a:rPr lang="en-US" dirty="0"/>
              <a:t>Current cell imaging methods are either costly or require time-consuming manual segmentation, creating a need for an efficient, low-cost solution to accurately detect and count cells.</a:t>
            </a:r>
          </a:p>
        </p:txBody>
      </p:sp>
    </p:spTree>
    <p:extLst>
      <p:ext uri="{BB962C8B-B14F-4D97-AF65-F5344CB8AC3E}">
        <p14:creationId xmlns:p14="http://schemas.microsoft.com/office/powerpoint/2010/main" val="3811377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dirty="0"/>
              <a:t>Current methods for cell imaging require expensive technology. </a:t>
            </a:r>
            <a:endParaRPr lang="en-US"/>
          </a:p>
          <a:p>
            <a:endParaRPr lang="en-US"/>
          </a:p>
          <a:p>
            <a:r>
              <a:rPr lang="en-US" dirty="0"/>
              <a:t>Furthermore, the most accurate way to define cell boundaries, without the expensive technology, is to do it manually, segmenting the cells by hand and counting them. </a:t>
            </a:r>
          </a:p>
          <a:p>
            <a:r>
              <a:rPr lang="en-US" dirty="0"/>
              <a:t>As one can assume , this is very timely and inefficient. </a:t>
            </a:r>
          </a:p>
          <a:p>
            <a:r>
              <a:rPr lang="en-US" dirty="0"/>
              <a:t>Thus, this project was tasked with finding an image analysis method to detect cell boundaries and count cells with accuracy and precision.</a:t>
            </a:r>
            <a:endParaRPr lang="en-US" dirty="0">
              <a:ea typeface="Calibri" panose="020F0502020204030204"/>
              <a:cs typeface="Calibri" panose="020F0502020204030204"/>
            </a:endParaRPr>
          </a:p>
          <a:p>
            <a:endParaRPr lang="en-US" dirty="0"/>
          </a:p>
          <a:p>
            <a:r>
              <a:rPr lang="en-US" dirty="0"/>
              <a:t> </a:t>
            </a:r>
            <a:r>
              <a:rPr lang="en-US" u="sng" dirty="0"/>
              <a:t>Later in project development, we were informed to do so primarily using MATLAB. </a:t>
            </a:r>
            <a:r>
              <a:rPr lang="en-US" dirty="0"/>
              <a:t>Existing technologies (both MATLAB and non-MATLAB) exist for edge detection, but the goal of this project is to develop these technologies to accomplished what is described above in a costly manner. </a:t>
            </a:r>
            <a:endParaRPr lang="en-US">
              <a:ea typeface="Calibri"/>
              <a:cs typeface="Calibri"/>
            </a:endParaRPr>
          </a:p>
          <a:p>
            <a:endParaRPr lang="en-US" dirty="0"/>
          </a:p>
          <a:p>
            <a:pPr>
              <a:spcAft>
                <a:spcPts val="1200"/>
              </a:spcAft>
            </a:pPr>
            <a:endParaRPr lang="en-US" dirty="0">
              <a:ea typeface="Calibri"/>
              <a:cs typeface="Calibri"/>
            </a:endParaRPr>
          </a:p>
        </p:txBody>
      </p:sp>
    </p:spTree>
    <p:extLst>
      <p:ext uri="{BB962C8B-B14F-4D97-AF65-F5344CB8AC3E}">
        <p14:creationId xmlns:p14="http://schemas.microsoft.com/office/powerpoint/2010/main" val="4483407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CBBA9E-EE61-CFD4-6450-988D93352C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FFBFBA-30F3-C0CF-AE6B-D07D2F85AE27}"/>
              </a:ext>
            </a:extLst>
          </p:cNvPr>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a:extLst>
              <a:ext uri="{FF2B5EF4-FFF2-40B4-BE49-F238E27FC236}">
                <a16:creationId xmlns:a16="http://schemas.microsoft.com/office/drawing/2014/main" id="{464EA203-9145-B933-10C9-E870EA8133C6}"/>
              </a:ext>
            </a:extLst>
          </p:cNvPr>
          <p:cNvSpPr>
            <a:spLocks noGrp="1"/>
          </p:cNvSpPr>
          <p:nvPr>
            <p:ph type="body" idx="1"/>
          </p:nvPr>
        </p:nvSpPr>
        <p:spPr>
          <a:xfrm>
            <a:off x="1371600" y="11734800"/>
            <a:ext cx="10972800" cy="9601200"/>
          </a:xfrm>
          <a:prstGeom prst="rect">
            <a:avLst/>
          </a:prstGeom>
        </p:spPr>
        <p:txBody>
          <a:bodyPr/>
          <a:lstStyle/>
          <a:p>
            <a:r>
              <a:rPr lang="en-US" dirty="0">
                <a:ea typeface="Calibri"/>
                <a:cs typeface="Calibri"/>
              </a:rPr>
              <a:t>The main takeaways we had from our meetings with Dr </a:t>
            </a:r>
            <a:r>
              <a:rPr lang="en-US" dirty="0" err="1">
                <a:ea typeface="Calibri"/>
                <a:cs typeface="Calibri"/>
              </a:rPr>
              <a:t>wynne</a:t>
            </a:r>
            <a:r>
              <a:rPr lang="en-US" dirty="0">
                <a:ea typeface="Calibri"/>
                <a:cs typeface="Calibri"/>
              </a:rPr>
              <a:t> and the interviews is a need for a reliable and easily </a:t>
            </a:r>
            <a:r>
              <a:rPr lang="en-US" dirty="0" err="1">
                <a:ea typeface="Calibri"/>
                <a:cs typeface="Calibri"/>
              </a:rPr>
              <a:t>accesilbe</a:t>
            </a:r>
            <a:r>
              <a:rPr lang="en-US" dirty="0">
                <a:ea typeface="Calibri"/>
                <a:cs typeface="Calibri"/>
              </a:rPr>
              <a:t> technology for cell imaging processing</a:t>
            </a:r>
          </a:p>
        </p:txBody>
      </p:sp>
    </p:spTree>
    <p:extLst>
      <p:ext uri="{BB962C8B-B14F-4D97-AF65-F5344CB8AC3E}">
        <p14:creationId xmlns:p14="http://schemas.microsoft.com/office/powerpoint/2010/main" val="254451355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dirty="0">
                <a:ea typeface="Calibri"/>
                <a:cs typeface="Calibri"/>
              </a:rPr>
              <a:t>We did a total of four interviews, but the two we found the most helpful were the team that did this project before as well as a grad student who is doing research in cell imaging.</a:t>
            </a:r>
            <a:br>
              <a:rPr lang="en-US" dirty="0">
                <a:ea typeface="Calibri"/>
                <a:cs typeface="+mn-lt"/>
              </a:rPr>
            </a:br>
            <a:endParaRPr lang="en-US" dirty="0">
              <a:ea typeface="Calibri"/>
              <a:cs typeface="Calibri"/>
            </a:endParaRPr>
          </a:p>
          <a:p>
            <a:r>
              <a:rPr lang="en-US" dirty="0">
                <a:ea typeface="Calibri"/>
                <a:cs typeface="Calibri"/>
              </a:rPr>
              <a:t>The previous team measured the velocity of cells through </a:t>
            </a:r>
            <a:r>
              <a:rPr lang="en-US" dirty="0" err="1">
                <a:ea typeface="Calibri"/>
                <a:cs typeface="Calibri"/>
              </a:rPr>
              <a:t>capilaries</a:t>
            </a:r>
            <a:r>
              <a:rPr lang="en-US" dirty="0">
                <a:ea typeface="Calibri"/>
                <a:cs typeface="Calibri"/>
              </a:rPr>
              <a:t>, which tells a lot about health and activity. They told us it's not too important what we decided on developing, but it is important for it to be </a:t>
            </a:r>
            <a:r>
              <a:rPr lang="en-US" dirty="0" err="1">
                <a:ea typeface="Calibri"/>
                <a:cs typeface="Calibri"/>
              </a:rPr>
              <a:t>afforadable</a:t>
            </a:r>
            <a:r>
              <a:rPr lang="en-US" dirty="0">
                <a:ea typeface="Calibri"/>
                <a:cs typeface="Calibri"/>
              </a:rPr>
              <a:t> and accurate. </a:t>
            </a:r>
          </a:p>
          <a:p>
            <a:r>
              <a:rPr lang="en-US" dirty="0">
                <a:ea typeface="Calibri"/>
                <a:cs typeface="Calibri"/>
              </a:rPr>
              <a:t>Their final product was all on </a:t>
            </a:r>
            <a:r>
              <a:rPr lang="en-US" dirty="0" err="1">
                <a:ea typeface="Calibri"/>
                <a:cs typeface="Calibri"/>
              </a:rPr>
              <a:t>matlab</a:t>
            </a:r>
            <a:r>
              <a:rPr lang="en-US" dirty="0">
                <a:ea typeface="Calibri"/>
                <a:cs typeface="Calibri"/>
              </a:rPr>
              <a:t>, so we decided implement </a:t>
            </a:r>
            <a:r>
              <a:rPr lang="en-US" dirty="0" err="1">
                <a:ea typeface="Calibri"/>
                <a:cs typeface="Calibri"/>
              </a:rPr>
              <a:t>matlab</a:t>
            </a:r>
            <a:r>
              <a:rPr lang="en-US" dirty="0">
                <a:ea typeface="Calibri"/>
                <a:cs typeface="Calibri"/>
              </a:rPr>
              <a:t> into our design.</a:t>
            </a:r>
          </a:p>
        </p:txBody>
      </p:sp>
    </p:spTree>
    <p:extLst>
      <p:ext uri="{BB962C8B-B14F-4D97-AF65-F5344CB8AC3E}">
        <p14:creationId xmlns:p14="http://schemas.microsoft.com/office/powerpoint/2010/main" val="9661047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dirty="0">
                <a:ea typeface="Calibri"/>
                <a:cs typeface="Calibri"/>
              </a:rPr>
              <a:t>Our first idea was to do the entirety of this project on matlab due to image filter options</a:t>
            </a:r>
          </a:p>
          <a:p>
            <a:r>
              <a:rPr lang="en-US">
                <a:ea typeface="Calibri"/>
                <a:cs typeface="Calibri"/>
              </a:rPr>
              <a:t>The team before us also did the their whole project on matlab, so we saw it as the best software option</a:t>
            </a:r>
          </a:p>
        </p:txBody>
      </p:sp>
    </p:spTree>
    <p:extLst>
      <p:ext uri="{BB962C8B-B14F-4D97-AF65-F5344CB8AC3E}">
        <p14:creationId xmlns:p14="http://schemas.microsoft.com/office/powerpoint/2010/main" val="32712963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a:spcBef>
                <a:spcPts val="1000"/>
              </a:spcBef>
            </a:pPr>
            <a:r>
              <a:rPr lang="en-US" dirty="0"/>
              <a:t>Criteria:</a:t>
            </a:r>
          </a:p>
          <a:p>
            <a:pPr marL="285750" indent="-285750">
              <a:spcBef>
                <a:spcPts val="1000"/>
              </a:spcBef>
              <a:buFont typeface="Arial,Sans-Serif"/>
              <a:buChar char="•"/>
            </a:pPr>
            <a:r>
              <a:rPr lang="en-US" dirty="0"/>
              <a:t>Must be implemented using MATLAB or other software languages</a:t>
            </a:r>
            <a:endParaRPr lang="en-US" dirty="0">
              <a:ea typeface="Calibri"/>
              <a:cs typeface="Calibri"/>
            </a:endParaRPr>
          </a:p>
          <a:p>
            <a:pPr marL="285750" indent="-285750">
              <a:spcBef>
                <a:spcPts val="1000"/>
              </a:spcBef>
              <a:buFont typeface="Arial,Sans-Serif"/>
              <a:buChar char="•"/>
            </a:pPr>
            <a:r>
              <a:rPr lang="en-US" dirty="0"/>
              <a:t>Must use an already existing dataset (</a:t>
            </a:r>
            <a:r>
              <a:rPr lang="en-US" dirty="0" err="1"/>
              <a:t>ie</a:t>
            </a:r>
            <a:r>
              <a:rPr lang="en-US" dirty="0"/>
              <a:t>. We are not imaging cells ourselves)</a:t>
            </a:r>
          </a:p>
          <a:p>
            <a:pPr marL="285750" indent="-285750">
              <a:spcBef>
                <a:spcPts val="1000"/>
              </a:spcBef>
              <a:buFont typeface="Arial,Sans-Serif"/>
              <a:buChar char="•"/>
            </a:pPr>
            <a:r>
              <a:rPr lang="en-US" dirty="0"/>
              <a:t>Must not make a physical device</a:t>
            </a:r>
          </a:p>
          <a:p>
            <a:pPr marL="285750" indent="-285750">
              <a:spcBef>
                <a:spcPts val="1000"/>
              </a:spcBef>
              <a:buFont typeface="Arial,Sans-Serif"/>
              <a:buChar char="•"/>
            </a:pPr>
            <a:r>
              <a:rPr lang="en-US" dirty="0"/>
              <a:t>Must detect cell boundaries</a:t>
            </a:r>
          </a:p>
          <a:p>
            <a:pPr marL="285750" indent="-285750">
              <a:spcBef>
                <a:spcPts val="1000"/>
              </a:spcBef>
              <a:buFont typeface="Arial,Sans-Serif"/>
              <a:buChar char="•"/>
            </a:pPr>
            <a:endParaRPr lang="en-US" dirty="0">
              <a:ea typeface="Calibri" panose="020F0502020204030204"/>
              <a:cs typeface="Calibri" panose="020F0502020204030204"/>
            </a:endParaRPr>
          </a:p>
        </p:txBody>
      </p:sp>
    </p:spTree>
    <p:extLst>
      <p:ext uri="{BB962C8B-B14F-4D97-AF65-F5344CB8AC3E}">
        <p14:creationId xmlns:p14="http://schemas.microsoft.com/office/powerpoint/2010/main" val="42443496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a:spcBef>
                <a:spcPts val="1000"/>
              </a:spcBef>
            </a:pPr>
            <a:r>
              <a:rPr lang="en-US" dirty="0"/>
              <a:t>Constraints:</a:t>
            </a:r>
          </a:p>
          <a:p>
            <a:pPr>
              <a:spcBef>
                <a:spcPts val="1000"/>
              </a:spcBef>
            </a:pPr>
            <a:r>
              <a:rPr lang="en-US" dirty="0"/>
              <a:t>Be user friendly to graduate students and researchers </a:t>
            </a:r>
            <a:endParaRPr lang="en-US" dirty="0">
              <a:ea typeface="Calibri"/>
              <a:cs typeface="Calibri"/>
            </a:endParaRPr>
          </a:p>
          <a:p>
            <a:pPr>
              <a:spcBef>
                <a:spcPts val="1000"/>
              </a:spcBef>
            </a:pPr>
            <a:r>
              <a:rPr lang="en-US" dirty="0"/>
              <a:t>Be affordable to graduates and researchers</a:t>
            </a:r>
            <a:endParaRPr lang="en-US" dirty="0">
              <a:ea typeface="Calibri"/>
              <a:cs typeface="Calibri"/>
            </a:endParaRPr>
          </a:p>
          <a:p>
            <a:pPr>
              <a:spcBef>
                <a:spcPts val="1000"/>
              </a:spcBef>
            </a:pPr>
            <a:r>
              <a:rPr lang="en-US" dirty="0"/>
              <a:t>Use one type of microscopy for consistency</a:t>
            </a:r>
            <a:endParaRPr lang="en-US" dirty="0" err="1">
              <a:ea typeface="Calibri"/>
              <a:cs typeface="Calibri"/>
            </a:endParaRPr>
          </a:p>
          <a:p>
            <a:pPr>
              <a:spcBef>
                <a:spcPts val="1000"/>
              </a:spcBef>
            </a:pPr>
            <a:endParaRPr lang="en-US" dirty="0">
              <a:ea typeface="Calibri"/>
              <a:cs typeface="Calibri"/>
            </a:endParaRPr>
          </a:p>
          <a:p>
            <a:pPr>
              <a:spcBef>
                <a:spcPts val="1000"/>
              </a:spcBef>
            </a:pPr>
            <a:r>
              <a:rPr lang="en-US" dirty="0"/>
              <a:t>Currently looking into whether a cell is a sickle cell or healthy cell</a:t>
            </a:r>
            <a:endParaRPr lang="en-US" dirty="0">
              <a:ea typeface="Calibri" panose="020F0502020204030204"/>
              <a:cs typeface="Calibri" panose="020F0502020204030204"/>
            </a:endParaRPr>
          </a:p>
          <a:p>
            <a:pPr>
              <a:spcBef>
                <a:spcPts val="1000"/>
              </a:spcBef>
            </a:pPr>
            <a:r>
              <a:rPr lang="en-US" dirty="0"/>
              <a:t>Detect cell shapes as accurately as possible</a:t>
            </a:r>
            <a:endParaRPr lang="en-US" dirty="0">
              <a:ea typeface="Calibri"/>
              <a:cs typeface="Calibri"/>
            </a:endParaRPr>
          </a:p>
          <a:p>
            <a:pPr marL="568960" lvl="1" indent="-285750">
              <a:spcBef>
                <a:spcPts val="1000"/>
              </a:spcBef>
              <a:buFont typeface="Arial,Sans-Serif"/>
              <a:buChar char="•"/>
            </a:pPr>
            <a:endParaRPr lang="en-US" dirty="0">
              <a:ea typeface="Calibri"/>
              <a:cs typeface="Calibri"/>
            </a:endParaRPr>
          </a:p>
        </p:txBody>
      </p:sp>
    </p:spTree>
    <p:extLst>
      <p:ext uri="{BB962C8B-B14F-4D97-AF65-F5344CB8AC3E}">
        <p14:creationId xmlns:p14="http://schemas.microsoft.com/office/powerpoint/2010/main" val="16497422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r>
              <a:rPr lang="en-US" dirty="0">
                <a:ea typeface="Calibri"/>
                <a:cs typeface="Calibri"/>
              </a:rPr>
              <a:t>Here is our decision matrix</a:t>
            </a:r>
          </a:p>
          <a:p>
            <a:r>
              <a:rPr lang="en-US" dirty="0">
                <a:ea typeface="Calibri"/>
                <a:cs typeface="Calibri"/>
              </a:rPr>
              <a:t>We decided to mainly stick with </a:t>
            </a:r>
            <a:r>
              <a:rPr lang="en-US" dirty="0" err="1">
                <a:ea typeface="Calibri"/>
                <a:cs typeface="Calibri"/>
              </a:rPr>
              <a:t>matlab</a:t>
            </a:r>
            <a:endParaRPr lang="en-US" dirty="0">
              <a:ea typeface="Calibri"/>
              <a:cs typeface="Calibri"/>
            </a:endParaRPr>
          </a:p>
          <a:p>
            <a:r>
              <a:rPr lang="en-US" dirty="0">
                <a:ea typeface="Calibri"/>
                <a:cs typeface="Calibri"/>
              </a:rPr>
              <a:t>After we submitted this assignment, we learned about the method of highlight and overlaying</a:t>
            </a:r>
          </a:p>
        </p:txBody>
      </p:sp>
    </p:spTree>
    <p:extLst>
      <p:ext uri="{BB962C8B-B14F-4D97-AF65-F5344CB8AC3E}">
        <p14:creationId xmlns:p14="http://schemas.microsoft.com/office/powerpoint/2010/main" val="29368124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a:buNone/>
            </a:pPr>
            <a:r>
              <a:rPr lang="en-US" b="1"/>
              <a:t>Limited Data Availability Is a Core Issue</a:t>
            </a:r>
            <a:br>
              <a:rPr lang="en-US"/>
            </a:br>
            <a:r>
              <a:rPr lang="en-US"/>
              <a:t>All sources (especially interviews) emphasized that accessing a robust dataset of cell images or videos is a major obstacle, guiding the team toward the constraint of using </a:t>
            </a:r>
            <a:r>
              <a:rPr lang="en-US" b="1"/>
              <a:t>existing datasets</a:t>
            </a:r>
            <a:r>
              <a:rPr lang="en-US"/>
              <a:t> rather than generating their own.</a:t>
            </a:r>
          </a:p>
          <a:p>
            <a:pPr>
              <a:buNone/>
            </a:pPr>
            <a:r>
              <a:rPr lang="en-US" b="1"/>
              <a:t>MATLAB Is the Primary Tool</a:t>
            </a:r>
            <a:br>
              <a:rPr lang="en-US"/>
            </a:br>
            <a:r>
              <a:rPr lang="en-US"/>
              <a:t>MATLAB was used across all prior efforts due to project constraints. Literature highlights its utility in image segmentation (e.g., </a:t>
            </a:r>
            <a:r>
              <a:rPr lang="en-US" err="1"/>
              <a:t>CellSegm</a:t>
            </a:r>
            <a:r>
              <a:rPr lang="en-US"/>
              <a:t> toolbox), and prior students confirmed all implementation stayed within MATLAB.</a:t>
            </a:r>
          </a:p>
          <a:p>
            <a:pPr>
              <a:buNone/>
            </a:pPr>
            <a:r>
              <a:rPr lang="en-US" b="1"/>
              <a:t>User-Friendliness for Researchers Was a Recurring Concern</a:t>
            </a:r>
            <a:br>
              <a:rPr lang="en-US"/>
            </a:br>
            <a:r>
              <a:rPr lang="en-US"/>
              <a:t>Interviewees stressed the importance of making tools accessible to non-expert users in lab settings, supporting the </a:t>
            </a:r>
            <a:r>
              <a:rPr lang="en-US" b="1"/>
              <a:t>user-friendly constraint</a:t>
            </a:r>
            <a:r>
              <a:rPr lang="en-US"/>
              <a:t>.</a:t>
            </a:r>
          </a:p>
          <a:p>
            <a:pPr>
              <a:buNone/>
            </a:pPr>
            <a:r>
              <a:rPr lang="en-US" b="1"/>
              <a:t>Affordability vs. Commercial Techniques</a:t>
            </a:r>
            <a:br>
              <a:rPr lang="en-US"/>
            </a:br>
            <a:r>
              <a:rPr lang="en-US"/>
              <a:t>Observations noted that current imaging technologies are expensive, pushing the group to prioritize </a:t>
            </a:r>
            <a:r>
              <a:rPr lang="en-US" b="1"/>
              <a:t>cost-effectiveness</a:t>
            </a:r>
            <a:r>
              <a:rPr lang="en-US"/>
              <a:t> through software-based solutions rather than physical devices.</a:t>
            </a:r>
          </a:p>
          <a:p>
            <a:pPr>
              <a:buNone/>
            </a:pPr>
            <a:r>
              <a:rPr lang="en-US" b="1"/>
              <a:t>Image Quality and Consistency Challenges</a:t>
            </a:r>
            <a:br>
              <a:rPr lang="en-US"/>
            </a:br>
            <a:r>
              <a:rPr lang="en-US"/>
              <a:t>The observation video showed inconsistencies across staining methods and imaging platforms, reinforcing the need for accurate detection and </a:t>
            </a:r>
            <a:r>
              <a:rPr lang="en-US" b="1"/>
              <a:t>robust shape/cell recognition</a:t>
            </a:r>
            <a:r>
              <a:rPr lang="en-US"/>
              <a:t>.</a:t>
            </a:r>
          </a:p>
          <a:p>
            <a:pPr>
              <a:buNone/>
            </a:pPr>
            <a:r>
              <a:rPr lang="en-US" b="1"/>
              <a:t>Interest in Machine Learning With Dataset Limitations</a:t>
            </a:r>
            <a:br>
              <a:rPr lang="en-US"/>
            </a:br>
            <a:r>
              <a:rPr lang="en-US"/>
              <a:t>Both literature and interviewees expressed enthusiasm for machine learning, but noted constraints due to small datasets—supporting a direction of </a:t>
            </a:r>
            <a:r>
              <a:rPr lang="en-US" b="1"/>
              <a:t>statistical methods</a:t>
            </a:r>
            <a:r>
              <a:rPr lang="en-US"/>
              <a:t> and simpler algorithms until larger data is available.</a:t>
            </a:r>
          </a:p>
          <a:p>
            <a:pPr>
              <a:buNone/>
            </a:pPr>
            <a:r>
              <a:rPr lang="en-US" b="1"/>
              <a:t>Project Goals Evolved Based on Data Types (Images vs. Videos)</a:t>
            </a:r>
            <a:br>
              <a:rPr lang="en-US"/>
            </a:br>
            <a:r>
              <a:rPr lang="en-US"/>
              <a:t>Prior teams adapted from static images to analyzing velocity in cell videos. This flexibility influenced current teams to </a:t>
            </a:r>
            <a:r>
              <a:rPr lang="en-US" b="1"/>
              <a:t>define a focused objective early</a:t>
            </a:r>
            <a:r>
              <a:rPr lang="en-US"/>
              <a:t>, such as cell boundary detection or shape analysis.</a:t>
            </a:r>
          </a:p>
          <a:p>
            <a:pPr>
              <a:buNone/>
            </a:pPr>
            <a:r>
              <a:rPr lang="en-US" b="1"/>
              <a:t>ISO Statistical Principles Emphasized in Literature</a:t>
            </a:r>
            <a:br>
              <a:rPr lang="en-US"/>
            </a:br>
            <a:r>
              <a:rPr lang="en-US" err="1"/>
              <a:t>Literature</a:t>
            </a:r>
            <a:r>
              <a:rPr lang="en-US"/>
              <a:t> highlighted techniques consistent with ISO 21247-like standards, validating the project’s goal to incorporate </a:t>
            </a:r>
            <a:r>
              <a:rPr lang="en-US" b="1"/>
              <a:t>statistical decision-making</a:t>
            </a:r>
            <a:r>
              <a:rPr lang="en-US"/>
              <a:t> in binarization or segmentation tasks.</a:t>
            </a:r>
          </a:p>
          <a:p>
            <a:r>
              <a:rPr lang="en-US" b="1"/>
              <a:t>Segmentation and Shape Detection as Central Focus</a:t>
            </a:r>
            <a:br>
              <a:rPr lang="en-US"/>
            </a:br>
            <a:r>
              <a:rPr lang="en-US"/>
              <a:t>Across literature and interviews, shape and edge detection (via Hough Transforms, ellipse detection, etc.) were central goals, aligning with the </a:t>
            </a:r>
            <a:r>
              <a:rPr lang="en-US" b="1"/>
              <a:t>accuracy constraint</a:t>
            </a:r>
            <a:r>
              <a:rPr lang="en-US"/>
              <a:t> and helping define success metrics.</a:t>
            </a:r>
          </a:p>
          <a:p>
            <a:endParaRPr lang="en-US"/>
          </a:p>
        </p:txBody>
      </p:sp>
    </p:spTree>
    <p:extLst>
      <p:ext uri="{BB962C8B-B14F-4D97-AF65-F5344CB8AC3E}">
        <p14:creationId xmlns:p14="http://schemas.microsoft.com/office/powerpoint/2010/main" val="22989264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a:spcAft>
                <a:spcPts val="1200"/>
              </a:spcAft>
            </a:pPr>
            <a:r>
              <a:rPr lang="en-US" dirty="0"/>
              <a:t>In addition to our basic premise, we were tasked by Dr. Wynne to identify properties of our choosing about the cells we analyze. </a:t>
            </a:r>
            <a:endParaRPr lang="en-US"/>
          </a:p>
          <a:p>
            <a:pPr>
              <a:spcAft>
                <a:spcPts val="1200"/>
              </a:spcAft>
            </a:pPr>
            <a:endParaRPr lang="en-US" dirty="0"/>
          </a:p>
          <a:p>
            <a:pPr>
              <a:spcAft>
                <a:spcPts val="1200"/>
              </a:spcAft>
            </a:pPr>
            <a:r>
              <a:rPr lang="en-US" dirty="0"/>
              <a:t>Our main task at hand is determining what we want to device from cell image analysis besides just cell boundaries and cell count. </a:t>
            </a:r>
            <a:endParaRPr lang="en-US" dirty="0">
              <a:ea typeface="Calibri"/>
              <a:cs typeface="Calibri"/>
            </a:endParaRPr>
          </a:p>
          <a:p>
            <a:pPr>
              <a:spcAft>
                <a:spcPts val="1200"/>
              </a:spcAft>
            </a:pPr>
            <a:endParaRPr lang="en-US">
              <a:ea typeface="Calibri"/>
              <a:cs typeface="Calibri"/>
            </a:endParaRPr>
          </a:p>
          <a:p>
            <a:pPr>
              <a:spcAft>
                <a:spcPts val="1200"/>
              </a:spcAft>
            </a:pPr>
            <a:r>
              <a:rPr lang="en-US" dirty="0">
                <a:ea typeface="Calibri"/>
                <a:cs typeface="Calibri"/>
              </a:rPr>
              <a:t>Just like how the current cell imaging team determined the velocity of cells, we decided to</a:t>
            </a:r>
            <a:r>
              <a:rPr lang="en-US" dirty="0"/>
              <a:t> look into of detecting size and shapes. </a:t>
            </a:r>
          </a:p>
          <a:p>
            <a:pPr>
              <a:spcAft>
                <a:spcPts val="1200"/>
              </a:spcAft>
            </a:pPr>
            <a:r>
              <a:rPr lang="en-US" dirty="0"/>
              <a:t>Different cell types have distinct shapes and size and can tell a lot health and indicate diseases, and we wanted to look deeper into sickle cells</a:t>
            </a:r>
            <a:endParaRPr lang="en-US" dirty="0">
              <a:ea typeface="Calibri"/>
              <a:cs typeface="Calibri"/>
            </a:endParaRPr>
          </a:p>
          <a:p>
            <a:pPr>
              <a:spcAft>
                <a:spcPts val="1200"/>
              </a:spcAft>
            </a:pPr>
            <a:endParaRPr lang="en-US" dirty="0"/>
          </a:p>
          <a:p>
            <a:endParaRPr lang="en-US" dirty="0">
              <a:ea typeface="Calibri"/>
              <a:cs typeface="Calibri"/>
            </a:endParaRPr>
          </a:p>
          <a:p>
            <a:endParaRPr lang="en-US" dirty="0"/>
          </a:p>
        </p:txBody>
      </p:sp>
    </p:spTree>
    <p:extLst>
      <p:ext uri="{BB962C8B-B14F-4D97-AF65-F5344CB8AC3E}">
        <p14:creationId xmlns:p14="http://schemas.microsoft.com/office/powerpoint/2010/main" val="87887478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a:lnSpc>
                <a:spcPct val="90000"/>
              </a:lnSpc>
              <a:spcAft>
                <a:spcPts val="600"/>
              </a:spcAft>
            </a:pPr>
            <a:r>
              <a:rPr lang="en-US" dirty="0"/>
              <a:t>Sickle Cell Disease (SCD) is a genetic disorder where red blood cells become rigid and sickle-shaped due to abnormal hemoglobin (</a:t>
            </a:r>
            <a:r>
              <a:rPr lang="en-US" dirty="0" err="1"/>
              <a:t>HbS</a:t>
            </a:r>
            <a:r>
              <a:rPr lang="en-US" dirty="0"/>
              <a:t>), leading to blockages in blood vessels and reduced oxygen delivery. </a:t>
            </a:r>
          </a:p>
          <a:p>
            <a:pPr>
              <a:lnSpc>
                <a:spcPct val="90000"/>
              </a:lnSpc>
              <a:spcAft>
                <a:spcPts val="600"/>
              </a:spcAft>
            </a:pPr>
            <a:endParaRPr lang="en-US" dirty="0">
              <a:ea typeface="Calibri"/>
              <a:cs typeface="Calibri"/>
            </a:endParaRPr>
          </a:p>
          <a:p>
            <a:pPr>
              <a:lnSpc>
                <a:spcPct val="90000"/>
              </a:lnSpc>
              <a:spcAft>
                <a:spcPts val="600"/>
              </a:spcAft>
            </a:pPr>
            <a:r>
              <a:rPr lang="en-US" dirty="0">
                <a:ea typeface="Calibri"/>
                <a:cs typeface="Calibri"/>
              </a:rPr>
              <a:t>It is most common in less developed regions of the world, such as Sub-Saharan Africa, parts of middle East and other areas, so making it affordable is important</a:t>
            </a:r>
          </a:p>
          <a:p>
            <a:pPr>
              <a:lnSpc>
                <a:spcPct val="90000"/>
              </a:lnSpc>
              <a:spcAft>
                <a:spcPts val="600"/>
              </a:spcAft>
            </a:pPr>
            <a:endParaRPr lang="en-US" dirty="0"/>
          </a:p>
          <a:p>
            <a:pPr>
              <a:lnSpc>
                <a:spcPct val="90000"/>
              </a:lnSpc>
              <a:spcAft>
                <a:spcPts val="600"/>
              </a:spcAft>
            </a:pPr>
            <a:r>
              <a:rPr lang="en-US" dirty="0"/>
              <a:t>// Light microscopy helps visualize the sickled cells, while fluorescence microscopy highlights hemoglobin distribution and oxidative stress</a:t>
            </a:r>
            <a:endParaRPr lang="en-US" dirty="0">
              <a:ea typeface="Calibri" panose="020F0502020204030204"/>
              <a:cs typeface="Calibri" panose="020F0502020204030204"/>
            </a:endParaRPr>
          </a:p>
        </p:txBody>
      </p:sp>
    </p:spTree>
    <p:extLst>
      <p:ext uri="{BB962C8B-B14F-4D97-AF65-F5344CB8AC3E}">
        <p14:creationId xmlns:p14="http://schemas.microsoft.com/office/powerpoint/2010/main" val="11544611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10193977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5877361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32949312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pPr>
              <a:spcBef>
                <a:spcPts val="1000"/>
              </a:spcBef>
            </a:pPr>
            <a:r>
              <a:rPr lang="en-US" dirty="0"/>
              <a:t>Materials:</a:t>
            </a:r>
            <a:endParaRPr lang="en-US" dirty="0">
              <a:cs typeface="+mn-lt"/>
            </a:endParaRPr>
          </a:p>
          <a:p>
            <a:pPr marL="285750" indent="-285750">
              <a:spcBef>
                <a:spcPts val="1000"/>
              </a:spcBef>
              <a:buFont typeface="Arial,Sans-Serif"/>
              <a:buChar char="•"/>
            </a:pPr>
            <a:r>
              <a:rPr lang="en-US" dirty="0"/>
              <a:t>Our project is primarily software base. Nothing physical will be built. Our data will be collected from public domain research databases. Because of this, we are not expected to use any physical materials for our design.</a:t>
            </a:r>
          </a:p>
          <a:p>
            <a:pPr>
              <a:spcBef>
                <a:spcPts val="1000"/>
              </a:spcBef>
            </a:pPr>
            <a:endParaRPr lang="en-US" dirty="0">
              <a:ea typeface="Calibri" panose="020F0502020204030204"/>
              <a:cs typeface="Calibri" panose="020F0502020204030204"/>
            </a:endParaRPr>
          </a:p>
          <a:p>
            <a:pPr>
              <a:spcBef>
                <a:spcPts val="1000"/>
              </a:spcBef>
            </a:pPr>
            <a:r>
              <a:rPr lang="en-US" dirty="0"/>
              <a:t>Tools:</a:t>
            </a:r>
            <a:endParaRPr lang="en-US" dirty="0">
              <a:cs typeface="+mn-lt"/>
            </a:endParaRPr>
          </a:p>
          <a:p>
            <a:pPr marL="342900" indent="-342900">
              <a:spcBef>
                <a:spcPts val="1000"/>
              </a:spcBef>
              <a:buAutoNum type="arabicPeriod"/>
            </a:pPr>
            <a:r>
              <a:rPr lang="en-US"/>
              <a:t>MATLAB:</a:t>
            </a:r>
            <a:endParaRPr lang="en-US" dirty="0"/>
          </a:p>
          <a:p>
            <a:pPr>
              <a:spcBef>
                <a:spcPts val="1000"/>
              </a:spcBef>
            </a:pPr>
            <a:r>
              <a:rPr lang="en-US"/>
              <a:t>MATLAB compatibility is a required criterion for our project as requested by our advisor. It will enable us to add onto existing work performed by the previous capstone design group. Thus, MATLAB is an essential tool our group will need. As Villanova Engineers, we have access to MATLAB included in our tuition.</a:t>
            </a:r>
            <a:endParaRPr lang="en-US" dirty="0"/>
          </a:p>
          <a:p>
            <a:pPr marL="342900" indent="-342900">
              <a:spcBef>
                <a:spcPts val="1000"/>
              </a:spcBef>
              <a:buAutoNum type="arabicPeriod"/>
            </a:pPr>
            <a:r>
              <a:rPr lang="en-US"/>
              <a:t>ImageJ:</a:t>
            </a:r>
            <a:endParaRPr lang="en-US" dirty="0"/>
          </a:p>
          <a:p>
            <a:pPr>
              <a:spcBef>
                <a:spcPts val="1000"/>
              </a:spcBef>
            </a:pPr>
            <a:r>
              <a:rPr lang="en-US"/>
              <a:t>ImageJ is an existing image processing software, and is often used for cell image processing. Having ImageJ will enable our group to compare our design to an already existing design, hopefully improving upon ImageJ’s performance. It is a program written in Java, written by NIH and is thus in the public domain (free to use).</a:t>
            </a:r>
          </a:p>
        </p:txBody>
      </p:sp>
    </p:spTree>
    <p:extLst>
      <p:ext uri="{BB962C8B-B14F-4D97-AF65-F5344CB8AC3E}">
        <p14:creationId xmlns:p14="http://schemas.microsoft.com/office/powerpoint/2010/main" val="234732628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304766831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57200" y="3048000"/>
            <a:ext cx="14630400" cy="8229600"/>
          </a:xfrm>
          <a:prstGeom prst="rect">
            <a:avLst/>
          </a:prstGeom>
          <a:noFill/>
          <a:ln w="12700">
            <a:solidFill>
              <a:prstClr val="black"/>
            </a:solidFill>
          </a:ln>
        </p:spPr>
      </p:sp>
      <p:sp>
        <p:nvSpPr>
          <p:cNvPr id="3" name="Notes Placeholder 2"/>
          <p:cNvSpPr>
            <a:spLocks noGrp="1"/>
          </p:cNvSpPr>
          <p:nvPr>
            <p:ph type="body" idx="1"/>
          </p:nvPr>
        </p:nvSpPr>
        <p:spPr>
          <a:xfrm>
            <a:off x="1371600" y="11734800"/>
            <a:ext cx="10972800" cy="9601200"/>
          </a:xfrm>
          <a:prstGeom prst="rect">
            <a:avLst/>
          </a:prstGeom>
        </p:spPr>
        <p:txBody>
          <a:bodyPr/>
          <a:lstStyle/>
          <a:p>
            <a:endParaRPr lang="en-US"/>
          </a:p>
        </p:txBody>
      </p:sp>
    </p:spTree>
    <p:extLst>
      <p:ext uri="{BB962C8B-B14F-4D97-AF65-F5344CB8AC3E}">
        <p14:creationId xmlns:p14="http://schemas.microsoft.com/office/powerpoint/2010/main" val="9313074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6.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accent1"/>
        </a:solidFill>
        <a:effectLst/>
      </p:bgPr>
    </p:bg>
    <p:spTree>
      <p:nvGrpSpPr>
        <p:cNvPr id="1" name=""/>
        <p:cNvGrpSpPr/>
        <p:nvPr/>
      </p:nvGrpSpPr>
      <p:grpSpPr>
        <a:xfrm>
          <a:off x="0" y="0"/>
          <a:ext cx="0" cy="0"/>
          <a:chOff x="0" y="0"/>
          <a:chExt cx="0" cy="0"/>
        </a:xfrm>
      </p:grpSpPr>
      <p:sp>
        <p:nvSpPr>
          <p:cNvPr id="15" name="Image 0">
            <a:extLst>
              <a:ext uri="{FF2B5EF4-FFF2-40B4-BE49-F238E27FC236}">
                <a16:creationId xmlns:a16="http://schemas.microsoft.com/office/drawing/2014/main" id="{BA5D5A72-CB6F-F8DE-E2C9-90459C8C3DC1}"/>
              </a:ext>
              <a:ext uri="{C183D7F6-B498-43B3-948B-1728B52AA6E4}">
                <adec:decorative xmlns:adec="http://schemas.microsoft.com/office/drawing/2017/decorative" val="1"/>
              </a:ext>
            </a:extLst>
          </p:cNvPr>
          <p:cNvSpPr/>
          <p:nvPr/>
        </p:nvSpPr>
        <p:spPr>
          <a:xfrm>
            <a:off x="0" y="0"/>
            <a:ext cx="5295900" cy="6877050"/>
          </a:xfrm>
          <a:custGeom>
            <a:avLst/>
            <a:gdLst>
              <a:gd name="connsiteX0" fmla="*/ 0 w 5295900"/>
              <a:gd name="connsiteY0" fmla="*/ 0 h 6877050"/>
              <a:gd name="connsiteX1" fmla="*/ 5295900 w 5295900"/>
              <a:gd name="connsiteY1" fmla="*/ 0 h 6877050"/>
              <a:gd name="connsiteX2" fmla="*/ 5295900 w 5295900"/>
              <a:gd name="connsiteY2" fmla="*/ 6877050 h 6877050"/>
              <a:gd name="connsiteX3" fmla="*/ 0 w 5295900"/>
              <a:gd name="connsiteY3" fmla="*/ 6877050 h 6877050"/>
            </a:gdLst>
            <a:ahLst/>
            <a:cxnLst>
              <a:cxn ang="0">
                <a:pos x="connsiteX0" y="connsiteY0"/>
              </a:cxn>
              <a:cxn ang="0">
                <a:pos x="connsiteX1" y="connsiteY1"/>
              </a:cxn>
              <a:cxn ang="0">
                <a:pos x="connsiteX2" y="connsiteY2"/>
              </a:cxn>
              <a:cxn ang="0">
                <a:pos x="connsiteX3" y="connsiteY3"/>
              </a:cxn>
            </a:cxnLst>
            <a:rect l="l" t="t" r="r" b="b"/>
            <a:pathLst>
              <a:path w="5295900" h="6877050">
                <a:moveTo>
                  <a:pt x="0" y="0"/>
                </a:moveTo>
                <a:lnTo>
                  <a:pt x="5295900" y="0"/>
                </a:lnTo>
                <a:lnTo>
                  <a:pt x="5295900" y="6877050"/>
                </a:lnTo>
                <a:lnTo>
                  <a:pt x="0" y="6877050"/>
                </a:lnTo>
                <a:close/>
              </a:path>
            </a:pathLst>
          </a:custGeom>
          <a:solidFill>
            <a:schemeClr val="accent3"/>
          </a:solidFill>
          <a:ln w="4763" cap="flat">
            <a:noFill/>
            <a:prstDash val="solid"/>
            <a:miter/>
          </a:ln>
        </p:spPr>
        <p:txBody>
          <a:bodyPr rtlCol="0" anchor="ctr">
            <a:noAutofit/>
          </a:bodyPr>
          <a:lstStyle/>
          <a:p>
            <a:endParaRPr lang="en-US"/>
          </a:p>
        </p:txBody>
      </p:sp>
      <p:sp>
        <p:nvSpPr>
          <p:cNvPr id="20" name="Freeform: Shape 19">
            <a:extLst>
              <a:ext uri="{FF2B5EF4-FFF2-40B4-BE49-F238E27FC236}">
                <a16:creationId xmlns:a16="http://schemas.microsoft.com/office/drawing/2014/main" id="{E66FD7FF-2869-7902-36B2-2B229AB9AB19}"/>
              </a:ext>
              <a:ext uri="{C183D7F6-B498-43B3-948B-1728B52AA6E4}">
                <adec:decorative xmlns:adec="http://schemas.microsoft.com/office/drawing/2017/decorative" val="1"/>
              </a:ext>
            </a:extLst>
          </p:cNvPr>
          <p:cNvSpPr/>
          <p:nvPr userDrawn="1"/>
        </p:nvSpPr>
        <p:spPr>
          <a:xfrm>
            <a:off x="1500188" y="1173106"/>
            <a:ext cx="9191625" cy="5704772"/>
          </a:xfrm>
          <a:custGeom>
            <a:avLst/>
            <a:gdLst>
              <a:gd name="connsiteX0" fmla="*/ 4595813 w 9191625"/>
              <a:gd name="connsiteY0" fmla="*/ 0 h 5704772"/>
              <a:gd name="connsiteX1" fmla="*/ 9191625 w 9191625"/>
              <a:gd name="connsiteY1" fmla="*/ 4592108 h 5704772"/>
              <a:gd name="connsiteX2" fmla="*/ 9191625 w 9191625"/>
              <a:gd name="connsiteY2" fmla="*/ 5704772 h 5704772"/>
              <a:gd name="connsiteX3" fmla="*/ 0 w 9191625"/>
              <a:gd name="connsiteY3" fmla="*/ 5704772 h 5704772"/>
              <a:gd name="connsiteX4" fmla="*/ 0 w 9191625"/>
              <a:gd name="connsiteY4" fmla="*/ 4592108 h 5704772"/>
              <a:gd name="connsiteX5" fmla="*/ 4595813 w 9191625"/>
              <a:gd name="connsiteY5" fmla="*/ 0 h 5704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91625" h="5704772">
                <a:moveTo>
                  <a:pt x="4595813" y="0"/>
                </a:moveTo>
                <a:cubicBezTo>
                  <a:pt x="7133987" y="0"/>
                  <a:pt x="9191625" y="2055957"/>
                  <a:pt x="9191625" y="4592108"/>
                </a:cubicBezTo>
                <a:lnTo>
                  <a:pt x="9191625" y="5704772"/>
                </a:lnTo>
                <a:lnTo>
                  <a:pt x="0" y="5704772"/>
                </a:lnTo>
                <a:lnTo>
                  <a:pt x="0" y="4592108"/>
                </a:lnTo>
                <a:cubicBezTo>
                  <a:pt x="0" y="2055957"/>
                  <a:pt x="2057614" y="0"/>
                  <a:pt x="4595813" y="0"/>
                </a:cubicBezTo>
                <a:close/>
              </a:path>
            </a:pathLst>
          </a:custGeom>
          <a:solidFill>
            <a:schemeClr val="accent6"/>
          </a:solidFill>
          <a:ln w="4763"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8" name="Freeform: Shape 17">
            <a:extLst>
              <a:ext uri="{FF2B5EF4-FFF2-40B4-BE49-F238E27FC236}">
                <a16:creationId xmlns:a16="http://schemas.microsoft.com/office/drawing/2014/main" id="{B1457C88-4472-81CF-02AF-4421E0A3084B}"/>
              </a:ext>
              <a:ext uri="{C183D7F6-B498-43B3-948B-1728B52AA6E4}">
                <adec:decorative xmlns:adec="http://schemas.microsoft.com/office/drawing/2017/decorative" val="1"/>
              </a:ext>
            </a:extLst>
          </p:cNvPr>
          <p:cNvSpPr/>
          <p:nvPr userDrawn="1"/>
        </p:nvSpPr>
        <p:spPr>
          <a:xfrm>
            <a:off x="2694429" y="0"/>
            <a:ext cx="6803142" cy="5396474"/>
          </a:xfrm>
          <a:custGeom>
            <a:avLst/>
            <a:gdLst>
              <a:gd name="connsiteX0" fmla="*/ 0 w 6803142"/>
              <a:gd name="connsiteY0" fmla="*/ 0 h 5396474"/>
              <a:gd name="connsiteX1" fmla="*/ 6803142 w 6803142"/>
              <a:gd name="connsiteY1" fmla="*/ 0 h 5396474"/>
              <a:gd name="connsiteX2" fmla="*/ 6803142 w 6803142"/>
              <a:gd name="connsiteY2" fmla="*/ 1997094 h 5396474"/>
              <a:gd name="connsiteX3" fmla="*/ 3401576 w 6803142"/>
              <a:gd name="connsiteY3" fmla="*/ 5396474 h 5396474"/>
              <a:gd name="connsiteX4" fmla="*/ 0 w 6803142"/>
              <a:gd name="connsiteY4" fmla="*/ 1997094 h 539647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03142" h="5396474">
                <a:moveTo>
                  <a:pt x="0" y="0"/>
                </a:moveTo>
                <a:lnTo>
                  <a:pt x="6803142" y="0"/>
                </a:lnTo>
                <a:lnTo>
                  <a:pt x="6803142" y="1997094"/>
                </a:lnTo>
                <a:cubicBezTo>
                  <a:pt x="6803142" y="3874511"/>
                  <a:pt x="5280228" y="5396474"/>
                  <a:pt x="3401576" y="5396474"/>
                </a:cubicBezTo>
                <a:cubicBezTo>
                  <a:pt x="1522938" y="5396474"/>
                  <a:pt x="0" y="3874511"/>
                  <a:pt x="0" y="1997094"/>
                </a:cubicBezTo>
                <a:close/>
              </a:path>
            </a:pathLst>
          </a:custGeom>
          <a:solidFill>
            <a:schemeClr val="bg1">
              <a:alpha val="99000"/>
            </a:schemeClr>
          </a:solidFill>
          <a:ln w="4759"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ctrTitle" hasCustomPrompt="1"/>
          </p:nvPr>
        </p:nvSpPr>
        <p:spPr>
          <a:xfrm>
            <a:off x="2899790" y="810227"/>
            <a:ext cx="6392421" cy="3831221"/>
          </a:xfrm>
        </p:spPr>
        <p:txBody>
          <a:bodyPr tIns="0" bIns="0" anchor="ctr" anchorCtr="0">
            <a:noAutofit/>
          </a:bodyPr>
          <a:lstStyle>
            <a:lvl1pPr algn="ctr">
              <a:lnSpc>
                <a:spcPct val="100000"/>
              </a:lnSpc>
              <a:defRPr sz="3600"/>
            </a:lvl1pPr>
          </a:lstStyle>
          <a:p>
            <a:r>
              <a:rPr lang="en-US"/>
              <a:t>Click to add title</a:t>
            </a:r>
          </a:p>
        </p:txBody>
      </p:sp>
    </p:spTree>
    <p:extLst>
      <p:ext uri="{BB962C8B-B14F-4D97-AF65-F5344CB8AC3E}">
        <p14:creationId xmlns:p14="http://schemas.microsoft.com/office/powerpoint/2010/main" val="2631799807"/>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75923D9E-9381-3D11-B31A-1BF5C97F35B0}"/>
              </a:ext>
              <a:ext uri="{C183D7F6-B498-43B3-948B-1728B52AA6E4}">
                <adec:decorative xmlns:adec="http://schemas.microsoft.com/office/drawing/2017/decorative" val="1"/>
              </a:ext>
            </a:extLst>
          </p:cNvPr>
          <p:cNvGrpSpPr/>
          <p:nvPr userDrawn="1"/>
        </p:nvGrpSpPr>
        <p:grpSpPr>
          <a:xfrm>
            <a:off x="6452303" y="3405019"/>
            <a:ext cx="5739697" cy="3467971"/>
            <a:chOff x="5009037" y="2525712"/>
            <a:chExt cx="7170193" cy="4332288"/>
          </a:xfrm>
        </p:grpSpPr>
        <p:sp>
          <p:nvSpPr>
            <p:cNvPr id="7" name="Freeform 7">
              <a:extLst>
                <a:ext uri="{FF2B5EF4-FFF2-40B4-BE49-F238E27FC236}">
                  <a16:creationId xmlns:a16="http://schemas.microsoft.com/office/drawing/2014/main" id="{89E777D0-3240-08CE-6B6C-B33B910B8490}"/>
                </a:ext>
              </a:extLst>
            </p:cNvPr>
            <p:cNvSpPr>
              <a:spLocks/>
            </p:cNvSpPr>
            <p:nvPr/>
          </p:nvSpPr>
          <p:spPr bwMode="auto">
            <a:xfrm>
              <a:off x="5009037" y="25257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8" name="Freeform 6">
              <a:extLst>
                <a:ext uri="{FF2B5EF4-FFF2-40B4-BE49-F238E27FC236}">
                  <a16:creationId xmlns:a16="http://schemas.microsoft.com/office/drawing/2014/main" id="{EFEA81A2-6893-518C-6AF3-37C987789C86}"/>
                </a:ext>
              </a:extLst>
            </p:cNvPr>
            <p:cNvSpPr>
              <a:spLocks/>
            </p:cNvSpPr>
            <p:nvPr/>
          </p:nvSpPr>
          <p:spPr bwMode="auto">
            <a:xfrm>
              <a:off x="8589536" y="2525712"/>
              <a:ext cx="3589694"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a:p>
          </p:txBody>
        </p:sp>
      </p:grpSp>
      <p:grpSp>
        <p:nvGrpSpPr>
          <p:cNvPr id="9" name="Group 8">
            <a:extLst>
              <a:ext uri="{FF2B5EF4-FFF2-40B4-BE49-F238E27FC236}">
                <a16:creationId xmlns:a16="http://schemas.microsoft.com/office/drawing/2014/main" id="{0F297964-0B81-31DC-6D6D-1414832238B1}"/>
              </a:ext>
              <a:ext uri="{C183D7F6-B498-43B3-948B-1728B52AA6E4}">
                <adec:decorative xmlns:adec="http://schemas.microsoft.com/office/drawing/2017/decorative" val="1"/>
              </a:ext>
            </a:extLst>
          </p:cNvPr>
          <p:cNvGrpSpPr/>
          <p:nvPr userDrawn="1"/>
        </p:nvGrpSpPr>
        <p:grpSpPr>
          <a:xfrm flipH="1" flipV="1">
            <a:off x="6465610" y="0"/>
            <a:ext cx="5739697" cy="3467971"/>
            <a:chOff x="5183405" y="2678112"/>
            <a:chExt cx="7170193" cy="4332288"/>
          </a:xfrm>
        </p:grpSpPr>
        <p:sp>
          <p:nvSpPr>
            <p:cNvPr id="10" name="Freeform 7">
              <a:extLst>
                <a:ext uri="{FF2B5EF4-FFF2-40B4-BE49-F238E27FC236}">
                  <a16:creationId xmlns:a16="http://schemas.microsoft.com/office/drawing/2014/main" id="{CE4FDB43-7466-4B74-330E-836DA9504C90}"/>
                </a:ext>
              </a:extLst>
            </p:cNvPr>
            <p:cNvSpPr>
              <a:spLocks/>
            </p:cNvSpPr>
            <p:nvPr/>
          </p:nvSpPr>
          <p:spPr bwMode="auto">
            <a:xfrm>
              <a:off x="5183405" y="2678112"/>
              <a:ext cx="3601721" cy="4332288"/>
            </a:xfrm>
            <a:custGeom>
              <a:avLst/>
              <a:gdLst>
                <a:gd name="T0" fmla="*/ 1198 w 1198"/>
                <a:gd name="T1" fmla="*/ 0 h 1441"/>
                <a:gd name="T2" fmla="*/ 0 w 1198"/>
                <a:gd name="T3" fmla="*/ 1441 h 1441"/>
                <a:gd name="T4" fmla="*/ 1198 w 1198"/>
                <a:gd name="T5" fmla="*/ 1441 h 1441"/>
                <a:gd name="T6" fmla="*/ 1198 w 1198"/>
                <a:gd name="T7" fmla="*/ 0 h 1441"/>
              </a:gdLst>
              <a:ahLst/>
              <a:cxnLst>
                <a:cxn ang="0">
                  <a:pos x="T0" y="T1"/>
                </a:cxn>
                <a:cxn ang="0">
                  <a:pos x="T2" y="T3"/>
                </a:cxn>
                <a:cxn ang="0">
                  <a:pos x="T4" y="T5"/>
                </a:cxn>
                <a:cxn ang="0">
                  <a:pos x="T6" y="T7"/>
                </a:cxn>
              </a:cxnLst>
              <a:rect l="0" t="0" r="r" b="b"/>
              <a:pathLst>
                <a:path w="1198" h="1441">
                  <a:moveTo>
                    <a:pt x="1198" y="0"/>
                  </a:moveTo>
                  <a:lnTo>
                    <a:pt x="0" y="1441"/>
                  </a:lnTo>
                  <a:lnTo>
                    <a:pt x="1198" y="1441"/>
                  </a:lnTo>
                  <a:lnTo>
                    <a:pt x="1198" y="0"/>
                  </a:lnTo>
                  <a:close/>
                </a:path>
              </a:pathLst>
            </a:custGeom>
            <a:solidFill>
              <a:schemeClr val="accent4"/>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11" name="Freeform 6">
              <a:extLst>
                <a:ext uri="{FF2B5EF4-FFF2-40B4-BE49-F238E27FC236}">
                  <a16:creationId xmlns:a16="http://schemas.microsoft.com/office/drawing/2014/main" id="{2EA39DB9-F1B4-F4E9-CF4D-717B0CD747DA}"/>
                </a:ext>
              </a:extLst>
            </p:cNvPr>
            <p:cNvSpPr>
              <a:spLocks/>
            </p:cNvSpPr>
            <p:nvPr/>
          </p:nvSpPr>
          <p:spPr bwMode="auto">
            <a:xfrm>
              <a:off x="8763903" y="2678112"/>
              <a:ext cx="3589695" cy="4332288"/>
            </a:xfrm>
            <a:custGeom>
              <a:avLst/>
              <a:gdLst>
                <a:gd name="T0" fmla="*/ 0 w 1194"/>
                <a:gd name="T1" fmla="*/ 0 h 1441"/>
                <a:gd name="T2" fmla="*/ 1194 w 1194"/>
                <a:gd name="T3" fmla="*/ 1441 h 1441"/>
                <a:gd name="T4" fmla="*/ 0 w 1194"/>
                <a:gd name="T5" fmla="*/ 1441 h 1441"/>
                <a:gd name="T6" fmla="*/ 0 w 1194"/>
                <a:gd name="T7" fmla="*/ 0 h 1441"/>
              </a:gdLst>
              <a:ahLst/>
              <a:cxnLst>
                <a:cxn ang="0">
                  <a:pos x="T0" y="T1"/>
                </a:cxn>
                <a:cxn ang="0">
                  <a:pos x="T2" y="T3"/>
                </a:cxn>
                <a:cxn ang="0">
                  <a:pos x="T4" y="T5"/>
                </a:cxn>
                <a:cxn ang="0">
                  <a:pos x="T6" y="T7"/>
                </a:cxn>
              </a:cxnLst>
              <a:rect l="0" t="0" r="r" b="b"/>
              <a:pathLst>
                <a:path w="1194" h="1441">
                  <a:moveTo>
                    <a:pt x="0" y="0"/>
                  </a:moveTo>
                  <a:lnTo>
                    <a:pt x="1194" y="1441"/>
                  </a:lnTo>
                  <a:lnTo>
                    <a:pt x="0" y="1441"/>
                  </a:lnTo>
                  <a:lnTo>
                    <a:pt x="0" y="0"/>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endParaRPr lang="en-US"/>
            </a:p>
          </p:txBody>
        </p:sp>
      </p:grpSp>
      <p:sp>
        <p:nvSpPr>
          <p:cNvPr id="14" name="Image 2">
            <a:extLst>
              <a:ext uri="{FF2B5EF4-FFF2-40B4-BE49-F238E27FC236}">
                <a16:creationId xmlns:a16="http://schemas.microsoft.com/office/drawing/2014/main" id="{EFFAEAD9-58A9-096B-C6D0-58F7AD08EB20}"/>
              </a:ext>
              <a:ext uri="{C183D7F6-B498-43B3-948B-1728B52AA6E4}">
                <adec:decorative xmlns:adec="http://schemas.microsoft.com/office/drawing/2017/decorative" val="1"/>
              </a:ext>
            </a:extLst>
          </p:cNvPr>
          <p:cNvSpPr/>
          <p:nvPr/>
        </p:nvSpPr>
        <p:spPr>
          <a:xfrm>
            <a:off x="7642518" y="4577658"/>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noAutofit/>
          </a:bodyPr>
          <a:lstStyle/>
          <a:p>
            <a:endParaRPr lang="en-US"/>
          </a:p>
        </p:txBody>
      </p:sp>
      <p:sp>
        <p:nvSpPr>
          <p:cNvPr id="2" name="Title 1">
            <a:extLst>
              <a:ext uri="{FF2B5EF4-FFF2-40B4-BE49-F238E27FC236}">
                <a16:creationId xmlns:a16="http://schemas.microsoft.com/office/drawing/2014/main" id="{9A1CFBBA-B680-A6A7-3C4B-5FEAC4253283}"/>
              </a:ext>
            </a:extLst>
          </p:cNvPr>
          <p:cNvSpPr>
            <a:spLocks noGrp="1"/>
          </p:cNvSpPr>
          <p:nvPr>
            <p:ph type="title" hasCustomPrompt="1"/>
          </p:nvPr>
        </p:nvSpPr>
        <p:spPr>
          <a:xfrm>
            <a:off x="914400" y="1057274"/>
            <a:ext cx="6583680" cy="1531357"/>
          </a:xfrm>
        </p:spPr>
        <p:txBody>
          <a:bodyPr tIns="0" bIns="0">
            <a:noAutofit/>
          </a:bodyPr>
          <a:lstStyle>
            <a:lvl1pPr algn="l">
              <a:lnSpc>
                <a:spcPct val="100000"/>
              </a:lnSpc>
              <a:defRPr sz="3600"/>
            </a:lvl1pPr>
          </a:lstStyle>
          <a:p>
            <a:r>
              <a:rPr lang="en-US"/>
              <a:t>Click to add title</a:t>
            </a:r>
          </a:p>
        </p:txBody>
      </p:sp>
      <p:sp>
        <p:nvSpPr>
          <p:cNvPr id="13" name="Content Placeholder 2">
            <a:extLst>
              <a:ext uri="{FF2B5EF4-FFF2-40B4-BE49-F238E27FC236}">
                <a16:creationId xmlns:a16="http://schemas.microsoft.com/office/drawing/2014/main" id="{72386C43-DD10-E892-08AD-D6F4AE9617DD}"/>
              </a:ext>
            </a:extLst>
          </p:cNvPr>
          <p:cNvSpPr>
            <a:spLocks noGrp="1"/>
          </p:cNvSpPr>
          <p:nvPr>
            <p:ph idx="1" hasCustomPrompt="1"/>
          </p:nvPr>
        </p:nvSpPr>
        <p:spPr>
          <a:xfrm>
            <a:off x="914400" y="2834640"/>
            <a:ext cx="6583680" cy="3207344"/>
          </a:xfrm>
        </p:spPr>
        <p:txBody>
          <a:bodyPr lIns="91440" tIns="0" rIns="91440" bIns="0">
            <a:normAutofit/>
          </a:bodyPr>
          <a:lstStyle>
            <a:lvl1pPr marL="0" indent="0">
              <a:lnSpc>
                <a:spcPct val="150000"/>
              </a:lnSpc>
              <a:spcBef>
                <a:spcPts val="0"/>
              </a:spcBef>
              <a:buNone/>
              <a:defRPr sz="2400"/>
            </a:lvl1pPr>
            <a:lvl2pPr marL="347472">
              <a:lnSpc>
                <a:spcPct val="150000"/>
              </a:lnSpc>
              <a:spcBef>
                <a:spcPts val="0"/>
              </a:spcBef>
              <a:defRPr sz="2000"/>
            </a:lvl2pPr>
            <a:lvl3pPr marL="685800">
              <a:lnSpc>
                <a:spcPct val="150000"/>
              </a:lnSpc>
              <a:spcBef>
                <a:spcPts val="0"/>
              </a:spcBef>
              <a:defRPr sz="1800"/>
            </a:lvl3pPr>
          </a:lstStyle>
          <a:p>
            <a:pPr lvl="0"/>
            <a:r>
              <a:rPr lang="en-US"/>
              <a:t>Click to add text</a:t>
            </a:r>
          </a:p>
          <a:p>
            <a:pPr lvl="1"/>
            <a:r>
              <a:rPr lang="en-US"/>
              <a:t>Second level</a:t>
            </a:r>
          </a:p>
          <a:p>
            <a:pPr lvl="2"/>
            <a:r>
              <a:rPr lang="en-US"/>
              <a:t>Third level</a:t>
            </a:r>
          </a:p>
        </p:txBody>
      </p:sp>
      <p:sp>
        <p:nvSpPr>
          <p:cNvPr id="3" name="Slide Number Placeholder 2">
            <a:extLst>
              <a:ext uri="{FF2B5EF4-FFF2-40B4-BE49-F238E27FC236}">
                <a16:creationId xmlns:a16="http://schemas.microsoft.com/office/drawing/2014/main" id="{71114D1E-7749-DD58-8782-318E4F679DE0}"/>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333964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537D12D-0FCA-3396-988D-452D3D526E3D}"/>
              </a:ext>
              <a:ext uri="{C183D7F6-B498-43B3-948B-1728B52AA6E4}">
                <adec:decorative xmlns:adec="http://schemas.microsoft.com/office/drawing/2017/decorative" val="1"/>
              </a:ext>
            </a:extLst>
          </p:cNvPr>
          <p:cNvSpPr/>
          <p:nvPr userDrawn="1"/>
        </p:nvSpPr>
        <p:spPr>
          <a:xfrm>
            <a:off x="-24064" y="3390900"/>
            <a:ext cx="12216063" cy="34671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6" name="Rectangle 5">
            <a:extLst>
              <a:ext uri="{FF2B5EF4-FFF2-40B4-BE49-F238E27FC236}">
                <a16:creationId xmlns:a16="http://schemas.microsoft.com/office/drawing/2014/main" id="{11710CE8-8A83-C0D3-623E-AFCC6C6A2930}"/>
              </a:ext>
              <a:ext uri="{C183D7F6-B498-43B3-948B-1728B52AA6E4}">
                <adec:decorative xmlns:adec="http://schemas.microsoft.com/office/drawing/2017/decorative" val="1"/>
              </a:ext>
            </a:extLst>
          </p:cNvPr>
          <p:cNvSpPr/>
          <p:nvPr userDrawn="1"/>
        </p:nvSpPr>
        <p:spPr>
          <a:xfrm>
            <a:off x="443346" y="332509"/>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grpSp>
        <p:nvGrpSpPr>
          <p:cNvPr id="18" name="Group 17">
            <a:extLst>
              <a:ext uri="{FF2B5EF4-FFF2-40B4-BE49-F238E27FC236}">
                <a16:creationId xmlns:a16="http://schemas.microsoft.com/office/drawing/2014/main" id="{7AA66C80-37C3-6D28-7564-733A30B2CD8D}"/>
              </a:ext>
              <a:ext uri="{C183D7F6-B498-43B3-948B-1728B52AA6E4}">
                <adec:decorative xmlns:adec="http://schemas.microsoft.com/office/drawing/2017/decorative" val="1"/>
              </a:ext>
            </a:extLst>
          </p:cNvPr>
          <p:cNvGrpSpPr/>
          <p:nvPr userDrawn="1"/>
        </p:nvGrpSpPr>
        <p:grpSpPr>
          <a:xfrm flipH="1">
            <a:off x="9353550" y="0"/>
            <a:ext cx="2838450" cy="2857958"/>
            <a:chOff x="0" y="0"/>
            <a:chExt cx="2838450" cy="2857958"/>
          </a:xfrm>
        </p:grpSpPr>
        <p:sp>
          <p:nvSpPr>
            <p:cNvPr id="12" name="Freeform: Shape 28">
              <a:extLst>
                <a:ext uri="{FF2B5EF4-FFF2-40B4-BE49-F238E27FC236}">
                  <a16:creationId xmlns:a16="http://schemas.microsoft.com/office/drawing/2014/main" id="{D9DB7C23-E0CF-A75F-BFFD-4E7679AF4AD5}"/>
                </a:ext>
                <a:ext uri="{C183D7F6-B498-43B3-948B-1728B52AA6E4}">
                  <adec:decorative xmlns:adec="http://schemas.microsoft.com/office/drawing/2017/decorative" val="1"/>
                </a:ext>
              </a:extLst>
            </p:cNvPr>
            <p:cNvSpPr/>
            <p:nvPr userDrawn="1"/>
          </p:nvSpPr>
          <p:spPr>
            <a:xfrm>
              <a:off x="0" y="0"/>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p>
          </p:txBody>
        </p:sp>
        <p:sp>
          <p:nvSpPr>
            <p:cNvPr id="15" name="Freeform: Shape 15">
              <a:extLst>
                <a:ext uri="{FF2B5EF4-FFF2-40B4-BE49-F238E27FC236}">
                  <a16:creationId xmlns:a16="http://schemas.microsoft.com/office/drawing/2014/main" id="{4D62A0CC-A0CE-403A-A167-27225B2C6083}"/>
                </a:ext>
                <a:ext uri="{C183D7F6-B498-43B3-948B-1728B52AA6E4}">
                  <adec:decorative xmlns:adec="http://schemas.microsoft.com/office/drawing/2017/decorative" val="1"/>
                </a:ext>
              </a:extLst>
            </p:cNvPr>
            <p:cNvSpPr/>
            <p:nvPr userDrawn="1"/>
          </p:nvSpPr>
          <p:spPr>
            <a:xfrm>
              <a:off x="1" y="1"/>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6" name="Image 2">
              <a:extLst>
                <a:ext uri="{FF2B5EF4-FFF2-40B4-BE49-F238E27FC236}">
                  <a16:creationId xmlns:a16="http://schemas.microsoft.com/office/drawing/2014/main" id="{F8AD83DA-A293-6D56-F606-7C98C403A3F7}"/>
                </a:ext>
                <a:ext uri="{C183D7F6-B498-43B3-948B-1728B52AA6E4}">
                  <adec:decorative xmlns:adec="http://schemas.microsoft.com/office/drawing/2017/decorative" val="1"/>
                </a:ext>
              </a:extLst>
            </p:cNvPr>
            <p:cNvSpPr/>
            <p:nvPr userDrawn="1"/>
          </p:nvSpPr>
          <p:spPr>
            <a:xfrm>
              <a:off x="1458332" y="590133"/>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grpSp>
      <p:sp>
        <p:nvSpPr>
          <p:cNvPr id="2" name="Title 1"/>
          <p:cNvSpPr>
            <a:spLocks noGrp="1"/>
          </p:cNvSpPr>
          <p:nvPr userDrawn="1">
            <p:ph type="title" hasCustomPrompt="1"/>
          </p:nvPr>
        </p:nvSpPr>
        <p:spPr>
          <a:xfrm>
            <a:off x="5702441" y="1061623"/>
            <a:ext cx="5723586" cy="4739104"/>
          </a:xfrm>
        </p:spPr>
        <p:txBody>
          <a:bodyPr tIns="0" bIns="0" anchor="ctr">
            <a:noAutofit/>
          </a:bodyPr>
          <a:lstStyle>
            <a:lvl1pPr algn="l">
              <a:lnSpc>
                <a:spcPct val="100000"/>
              </a:lnSpc>
              <a:defRPr sz="3600" b="1"/>
            </a:lvl1pPr>
          </a:lstStyle>
          <a:p>
            <a:r>
              <a:rPr lang="en-US"/>
              <a:t>Click to add title</a:t>
            </a:r>
          </a:p>
        </p:txBody>
      </p:sp>
      <p:sp>
        <p:nvSpPr>
          <p:cNvPr id="8" name="Picture Placeholder 7">
            <a:extLst>
              <a:ext uri="{FF2B5EF4-FFF2-40B4-BE49-F238E27FC236}">
                <a16:creationId xmlns:a16="http://schemas.microsoft.com/office/drawing/2014/main" id="{E979AC40-7C15-9431-5B1A-415655A7FC05}"/>
              </a:ext>
            </a:extLst>
          </p:cNvPr>
          <p:cNvSpPr>
            <a:spLocks noGrp="1"/>
          </p:cNvSpPr>
          <p:nvPr>
            <p:ph type="pic" sz="quarter" idx="11" hasCustomPrompt="1"/>
          </p:nvPr>
        </p:nvSpPr>
        <p:spPr>
          <a:xfrm>
            <a:off x="443345" y="0"/>
            <a:ext cx="4344695" cy="6359525"/>
          </a:xfrm>
        </p:spPr>
        <p:txBody>
          <a:bodyPr>
            <a:normAutofit/>
          </a:bodyPr>
          <a:lstStyle>
            <a:lvl1pPr marL="0" indent="0">
              <a:buNone/>
              <a:defRPr sz="1800"/>
            </a:lvl1pPr>
          </a:lstStyle>
          <a:p>
            <a:pPr lvl="0"/>
            <a:r>
              <a:rPr lang="en-US"/>
              <a:t>Click to add picture</a:t>
            </a:r>
          </a:p>
        </p:txBody>
      </p:sp>
    </p:spTree>
    <p:extLst>
      <p:ext uri="{BB962C8B-B14F-4D97-AF65-F5344CB8AC3E}">
        <p14:creationId xmlns:p14="http://schemas.microsoft.com/office/powerpoint/2010/main" val="433189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86F8B46B-EF6E-BC12-09E2-0F3B779197B4}"/>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22" name="Rectangle 21">
            <a:extLst>
              <a:ext uri="{FF2B5EF4-FFF2-40B4-BE49-F238E27FC236}">
                <a16:creationId xmlns:a16="http://schemas.microsoft.com/office/drawing/2014/main" id="{5D7B4F11-E150-473B-98F5-6E6AC9646863}"/>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36" name="Freeform 35">
            <a:extLst>
              <a:ext uri="{FF2B5EF4-FFF2-40B4-BE49-F238E27FC236}">
                <a16:creationId xmlns:a16="http://schemas.microsoft.com/office/drawing/2014/main" id="{A8E2FA61-C047-21BB-AA50-F84AD7685498}"/>
              </a:ext>
              <a:ext uri="{C183D7F6-B498-43B3-948B-1728B52AA6E4}">
                <adec:decorative xmlns:adec="http://schemas.microsoft.com/office/drawing/2017/decorative" val="1"/>
              </a:ext>
            </a:extLst>
          </p:cNvPr>
          <p:cNvSpPr/>
          <p:nvPr userDrawn="1"/>
        </p:nvSpPr>
        <p:spPr>
          <a:xfrm rot="16200000">
            <a:off x="5760023" y="3764463"/>
            <a:ext cx="2812357" cy="3394143"/>
          </a:xfrm>
          <a:custGeom>
            <a:avLst/>
            <a:gdLst>
              <a:gd name="connsiteX0" fmla="*/ 0 w 2812357"/>
              <a:gd name="connsiteY0" fmla="*/ 0 h 3394143"/>
              <a:gd name="connsiteX1" fmla="*/ 2812357 w 2812357"/>
              <a:gd name="connsiteY1" fmla="*/ 3394143 h 3394143"/>
              <a:gd name="connsiteX2" fmla="*/ 0 w 2812357"/>
              <a:gd name="connsiteY2" fmla="*/ 3394143 h 3394143"/>
            </a:gdLst>
            <a:ahLst/>
            <a:cxnLst>
              <a:cxn ang="0">
                <a:pos x="connsiteX0" y="connsiteY0"/>
              </a:cxn>
              <a:cxn ang="0">
                <a:pos x="connsiteX1" y="connsiteY1"/>
              </a:cxn>
              <a:cxn ang="0">
                <a:pos x="connsiteX2" y="connsiteY2"/>
              </a:cxn>
            </a:cxnLst>
            <a:rect l="l" t="t" r="r" b="b"/>
            <a:pathLst>
              <a:path w="2812357" h="3394143">
                <a:moveTo>
                  <a:pt x="0" y="0"/>
                </a:moveTo>
                <a:lnTo>
                  <a:pt x="2812357" y="3394143"/>
                </a:lnTo>
                <a:lnTo>
                  <a:pt x="0" y="3394143"/>
                </a:lnTo>
                <a:close/>
              </a:path>
            </a:pathLst>
          </a:custGeom>
          <a:solidFill>
            <a:schemeClr val="accent4">
              <a:lumMod val="40000"/>
              <a:lumOff val="60000"/>
              <a:alpha val="50000"/>
            </a:schemeClr>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33" name="Freeform 32">
            <a:extLst>
              <a:ext uri="{FF2B5EF4-FFF2-40B4-BE49-F238E27FC236}">
                <a16:creationId xmlns:a16="http://schemas.microsoft.com/office/drawing/2014/main" id="{1A2791BA-760E-9FA5-8743-D0B699FC9835}"/>
              </a:ext>
              <a:ext uri="{C183D7F6-B498-43B3-948B-1728B52AA6E4}">
                <adec:decorative xmlns:adec="http://schemas.microsoft.com/office/drawing/2017/decorative" val="1"/>
              </a:ext>
            </a:extLst>
          </p:cNvPr>
          <p:cNvSpPr/>
          <p:nvPr userDrawn="1"/>
        </p:nvSpPr>
        <p:spPr>
          <a:xfrm>
            <a:off x="0" y="3463854"/>
            <a:ext cx="435241" cy="3394146"/>
          </a:xfrm>
          <a:custGeom>
            <a:avLst/>
            <a:gdLst>
              <a:gd name="connsiteX0" fmla="*/ 435241 w 435241"/>
              <a:gd name="connsiteY0" fmla="*/ 0 h 3394146"/>
              <a:gd name="connsiteX1" fmla="*/ 435241 w 435241"/>
              <a:gd name="connsiteY1" fmla="*/ 3394146 h 3394146"/>
              <a:gd name="connsiteX2" fmla="*/ 0 w 435241"/>
              <a:gd name="connsiteY2" fmla="*/ 3394146 h 3394146"/>
              <a:gd name="connsiteX3" fmla="*/ 0 w 435241"/>
              <a:gd name="connsiteY3" fmla="*/ 523525 h 3394146"/>
            </a:gdLst>
            <a:ahLst/>
            <a:cxnLst>
              <a:cxn ang="0">
                <a:pos x="connsiteX0" y="connsiteY0"/>
              </a:cxn>
              <a:cxn ang="0">
                <a:pos x="connsiteX1" y="connsiteY1"/>
              </a:cxn>
              <a:cxn ang="0">
                <a:pos x="connsiteX2" y="connsiteY2"/>
              </a:cxn>
              <a:cxn ang="0">
                <a:pos x="connsiteX3" y="connsiteY3"/>
              </a:cxn>
            </a:cxnLst>
            <a:rect l="l" t="t" r="r" b="b"/>
            <a:pathLst>
              <a:path w="435241" h="3394146">
                <a:moveTo>
                  <a:pt x="435241" y="0"/>
                </a:moveTo>
                <a:lnTo>
                  <a:pt x="435241" y="3394146"/>
                </a:lnTo>
                <a:lnTo>
                  <a:pt x="0" y="3394146"/>
                </a:lnTo>
                <a:lnTo>
                  <a:pt x="0" y="523525"/>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lvl="0" algn="ctr"/>
            <a:endParaRPr lang="en-US"/>
          </a:p>
        </p:txBody>
      </p:sp>
      <p:sp>
        <p:nvSpPr>
          <p:cNvPr id="4" name="Title 1">
            <a:extLst>
              <a:ext uri="{FF2B5EF4-FFF2-40B4-BE49-F238E27FC236}">
                <a16:creationId xmlns:a16="http://schemas.microsoft.com/office/drawing/2014/main" id="{8D6A03F2-8C7B-D33B-0E8F-24D4800D5C01}"/>
              </a:ext>
            </a:extLst>
          </p:cNvPr>
          <p:cNvSpPr>
            <a:spLocks noGrp="1"/>
          </p:cNvSpPr>
          <p:nvPr userDrawn="1">
            <p:ph type="title" hasCustomPrompt="1"/>
          </p:nvPr>
        </p:nvSpPr>
        <p:spPr>
          <a:xfrm>
            <a:off x="914400" y="1057275"/>
            <a:ext cx="5259554" cy="2495028"/>
          </a:xfrm>
        </p:spPr>
        <p:txBody>
          <a:bodyPr tIns="0" bIns="0">
            <a:noAutofit/>
          </a:bodyPr>
          <a:lstStyle>
            <a:lvl1pPr algn="l">
              <a:lnSpc>
                <a:spcPct val="100000"/>
              </a:lnSpc>
              <a:defRPr sz="3600"/>
            </a:lvl1pPr>
          </a:lstStyle>
          <a:p>
            <a:r>
              <a:rPr lang="en-US"/>
              <a:t>Click to add text</a:t>
            </a:r>
          </a:p>
        </p:txBody>
      </p:sp>
      <p:sp>
        <p:nvSpPr>
          <p:cNvPr id="5" name="Content Placeholder 2">
            <a:extLst>
              <a:ext uri="{FF2B5EF4-FFF2-40B4-BE49-F238E27FC236}">
                <a16:creationId xmlns:a16="http://schemas.microsoft.com/office/drawing/2014/main" id="{C51465C6-2CDE-B5BF-F22E-CBDD44E86CFC}"/>
              </a:ext>
            </a:extLst>
          </p:cNvPr>
          <p:cNvSpPr>
            <a:spLocks noGrp="1"/>
          </p:cNvSpPr>
          <p:nvPr userDrawn="1">
            <p:ph idx="1" hasCustomPrompt="1"/>
          </p:nvPr>
        </p:nvSpPr>
        <p:spPr>
          <a:xfrm>
            <a:off x="914400" y="3808750"/>
            <a:ext cx="5259554"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a:t>Click to add text</a:t>
            </a:r>
          </a:p>
          <a:p>
            <a:pPr lvl="1"/>
            <a:r>
              <a:rPr lang="en-US"/>
              <a:t>Second level</a:t>
            </a:r>
          </a:p>
          <a:p>
            <a:pPr lvl="2"/>
            <a:r>
              <a:rPr lang="en-US"/>
              <a:t>Third level</a:t>
            </a:r>
          </a:p>
        </p:txBody>
      </p:sp>
      <p:sp>
        <p:nvSpPr>
          <p:cNvPr id="52" name="Picture Placeholder 7">
            <a:extLst>
              <a:ext uri="{FF2B5EF4-FFF2-40B4-BE49-F238E27FC236}">
                <a16:creationId xmlns:a16="http://schemas.microsoft.com/office/drawing/2014/main" id="{55126063-BDEE-A1AB-FDAE-DD9B98CACDA8}"/>
              </a:ext>
            </a:extLst>
          </p:cNvPr>
          <p:cNvSpPr>
            <a:spLocks noGrp="1"/>
          </p:cNvSpPr>
          <p:nvPr>
            <p:ph type="pic" sz="quarter" idx="11" hasCustomPrompt="1"/>
          </p:nvPr>
        </p:nvSpPr>
        <p:spPr>
          <a:xfrm>
            <a:off x="7414194" y="410780"/>
            <a:ext cx="4344695" cy="6447220"/>
          </a:xfrm>
          <a:solidFill>
            <a:schemeClr val="accent3"/>
          </a:solidFill>
        </p:spPr>
        <p:txBody>
          <a:bodyPr>
            <a:normAutofit/>
          </a:bodyPr>
          <a:lstStyle>
            <a:lvl1pPr marL="0" indent="0">
              <a:buNone/>
              <a:defRPr sz="1800"/>
            </a:lvl1pPr>
          </a:lstStyle>
          <a:p>
            <a:pPr lvl="0"/>
            <a:r>
              <a:rPr lang="en-US"/>
              <a:t>Click to add picture</a:t>
            </a:r>
          </a:p>
        </p:txBody>
      </p:sp>
    </p:spTree>
    <p:extLst>
      <p:ext uri="{BB962C8B-B14F-4D97-AF65-F5344CB8AC3E}">
        <p14:creationId xmlns:p14="http://schemas.microsoft.com/office/powerpoint/2010/main" val="16817894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sp>
        <p:nvSpPr>
          <p:cNvPr id="32" name="Image 1">
            <a:extLst>
              <a:ext uri="{FF2B5EF4-FFF2-40B4-BE49-F238E27FC236}">
                <a16:creationId xmlns:a16="http://schemas.microsoft.com/office/drawing/2014/main" id="{2A3EC91E-4089-D366-06D3-3E66F93DFAF3}"/>
              </a:ext>
              <a:ext uri="{C183D7F6-B498-43B3-948B-1728B52AA6E4}">
                <adec:decorative xmlns:adec="http://schemas.microsoft.com/office/drawing/2017/decorative" val="1"/>
              </a:ext>
            </a:extLst>
          </p:cNvPr>
          <p:cNvSpPr/>
          <p:nvPr/>
        </p:nvSpPr>
        <p:spPr>
          <a:xfrm>
            <a:off x="-7117" y="0"/>
            <a:ext cx="2550985" cy="6858000"/>
          </a:xfrm>
          <a:custGeom>
            <a:avLst/>
            <a:gdLst>
              <a:gd name="connsiteX0" fmla="*/ 2550985 w 2550985"/>
              <a:gd name="connsiteY0" fmla="*/ 0 h 6858000"/>
              <a:gd name="connsiteX1" fmla="*/ 0 w 2550985"/>
              <a:gd name="connsiteY1" fmla="*/ 0 h 6858000"/>
              <a:gd name="connsiteX2" fmla="*/ 0 w 2550985"/>
              <a:gd name="connsiteY2" fmla="*/ 6858000 h 6858000"/>
              <a:gd name="connsiteX3" fmla="*/ 2550985 w 2550985"/>
              <a:gd name="connsiteY3" fmla="*/ 6858000 h 6858000"/>
              <a:gd name="connsiteX4" fmla="*/ 2550985 w 2550985"/>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50985" h="6858000">
                <a:moveTo>
                  <a:pt x="2550985" y="0"/>
                </a:moveTo>
                <a:lnTo>
                  <a:pt x="0" y="0"/>
                </a:lnTo>
                <a:lnTo>
                  <a:pt x="0" y="6858000"/>
                </a:lnTo>
                <a:lnTo>
                  <a:pt x="2550985" y="6858000"/>
                </a:lnTo>
                <a:lnTo>
                  <a:pt x="2550985" y="0"/>
                </a:lnTo>
                <a:close/>
              </a:path>
            </a:pathLst>
          </a:custGeom>
          <a:solidFill>
            <a:schemeClr val="accent4"/>
          </a:solidFill>
          <a:ln w="7045" cap="flat">
            <a:noFill/>
            <a:prstDash val="solid"/>
            <a:miter/>
          </a:ln>
        </p:spPr>
        <p:txBody>
          <a:bodyPr rtlCol="0" anchor="ctr">
            <a:noAutofit/>
          </a:bodyPr>
          <a:lstStyle/>
          <a:p>
            <a:endParaRPr lang="en-US"/>
          </a:p>
        </p:txBody>
      </p:sp>
      <p:sp>
        <p:nvSpPr>
          <p:cNvPr id="53" name="Freeform: Shape 52">
            <a:extLst>
              <a:ext uri="{FF2B5EF4-FFF2-40B4-BE49-F238E27FC236}">
                <a16:creationId xmlns:a16="http://schemas.microsoft.com/office/drawing/2014/main" id="{70F595E1-C910-3710-90E9-AF5FFCE05861}"/>
              </a:ext>
              <a:ext uri="{C183D7F6-B498-43B3-948B-1728B52AA6E4}">
                <adec:decorative xmlns:adec="http://schemas.microsoft.com/office/drawing/2017/decorative" val="1"/>
              </a:ext>
            </a:extLst>
          </p:cNvPr>
          <p:cNvSpPr/>
          <p:nvPr userDrawn="1"/>
        </p:nvSpPr>
        <p:spPr>
          <a:xfrm>
            <a:off x="-9415" y="0"/>
            <a:ext cx="2548591" cy="2555628"/>
          </a:xfrm>
          <a:custGeom>
            <a:avLst/>
            <a:gdLst>
              <a:gd name="connsiteX0" fmla="*/ 138643 w 2548591"/>
              <a:gd name="connsiteY0" fmla="*/ 1 h 2555628"/>
              <a:gd name="connsiteX1" fmla="*/ 163874 w 2548591"/>
              <a:gd name="connsiteY1" fmla="*/ 1 h 2555628"/>
              <a:gd name="connsiteX2" fmla="*/ 2548463 w 2548591"/>
              <a:gd name="connsiteY2" fmla="*/ 2391168 h 2555628"/>
              <a:gd name="connsiteX3" fmla="*/ 2548463 w 2548591"/>
              <a:gd name="connsiteY3" fmla="*/ 2416472 h 2555628"/>
              <a:gd name="connsiteX4" fmla="*/ 2548590 w 2548591"/>
              <a:gd name="connsiteY4" fmla="*/ 2416600 h 2555628"/>
              <a:gd name="connsiteX5" fmla="*/ 138643 w 2548591"/>
              <a:gd name="connsiteY5" fmla="*/ 1 h 2555628"/>
              <a:gd name="connsiteX6" fmla="*/ 0 w 2548591"/>
              <a:gd name="connsiteY6" fmla="*/ 1 h 2555628"/>
              <a:gd name="connsiteX7" fmla="*/ 25231 w 2548591"/>
              <a:gd name="connsiteY7" fmla="*/ 1 h 2555628"/>
              <a:gd name="connsiteX8" fmla="*/ 2548591 w 2548591"/>
              <a:gd name="connsiteY8" fmla="*/ 2530324 h 2555628"/>
              <a:gd name="connsiteX9" fmla="*/ 2548591 w 2548591"/>
              <a:gd name="connsiteY9" fmla="*/ 2555628 h 2555628"/>
              <a:gd name="connsiteX10" fmla="*/ 0 w 2548591"/>
              <a:gd name="connsiteY10" fmla="*/ 1 h 2555628"/>
              <a:gd name="connsiteX11" fmla="*/ 277411 w 2548591"/>
              <a:gd name="connsiteY11" fmla="*/ 1 h 2555628"/>
              <a:gd name="connsiteX12" fmla="*/ 302642 w 2548591"/>
              <a:gd name="connsiteY12" fmla="*/ 1 h 2555628"/>
              <a:gd name="connsiteX13" fmla="*/ 2548582 w 2548591"/>
              <a:gd name="connsiteY13" fmla="*/ 2252147 h 2555628"/>
              <a:gd name="connsiteX14" fmla="*/ 2548582 w 2548591"/>
              <a:gd name="connsiteY14" fmla="*/ 2277444 h 2555628"/>
              <a:gd name="connsiteX15" fmla="*/ 277411 w 2548591"/>
              <a:gd name="connsiteY15" fmla="*/ 1 h 2555628"/>
              <a:gd name="connsiteX16" fmla="*/ 416054 w 2548591"/>
              <a:gd name="connsiteY16" fmla="*/ 1 h 2555628"/>
              <a:gd name="connsiteX17" fmla="*/ 441285 w 2548591"/>
              <a:gd name="connsiteY17" fmla="*/ 1 h 2555628"/>
              <a:gd name="connsiteX18" fmla="*/ 2548589 w 2548591"/>
              <a:gd name="connsiteY18" fmla="*/ 2113119 h 2555628"/>
              <a:gd name="connsiteX19" fmla="*/ 2548589 w 2548591"/>
              <a:gd name="connsiteY19" fmla="*/ 2138423 h 2555628"/>
              <a:gd name="connsiteX20" fmla="*/ 416054 w 2548591"/>
              <a:gd name="connsiteY20" fmla="*/ 1 h 2555628"/>
              <a:gd name="connsiteX21" fmla="*/ 554698 w 2548591"/>
              <a:gd name="connsiteY21" fmla="*/ 1 h 2555628"/>
              <a:gd name="connsiteX22" fmla="*/ 579930 w 2548591"/>
              <a:gd name="connsiteY22" fmla="*/ 1 h 2555628"/>
              <a:gd name="connsiteX23" fmla="*/ 2548462 w 2548591"/>
              <a:gd name="connsiteY23" fmla="*/ 1973963 h 2555628"/>
              <a:gd name="connsiteX24" fmla="*/ 2548462 w 2548591"/>
              <a:gd name="connsiteY24" fmla="*/ 1999267 h 2555628"/>
              <a:gd name="connsiteX25" fmla="*/ 2548589 w 2548591"/>
              <a:gd name="connsiteY25" fmla="*/ 1999394 h 2555628"/>
              <a:gd name="connsiteX26" fmla="*/ 554698 w 2548591"/>
              <a:gd name="connsiteY26" fmla="*/ 1 h 2555628"/>
              <a:gd name="connsiteX27" fmla="*/ 693468 w 2548591"/>
              <a:gd name="connsiteY27" fmla="*/ 0 h 2555628"/>
              <a:gd name="connsiteX28" fmla="*/ 718701 w 2548591"/>
              <a:gd name="connsiteY28" fmla="*/ 0 h 2555628"/>
              <a:gd name="connsiteX29" fmla="*/ 2548583 w 2548591"/>
              <a:gd name="connsiteY29" fmla="*/ 1834942 h 2555628"/>
              <a:gd name="connsiteX30" fmla="*/ 2548583 w 2548591"/>
              <a:gd name="connsiteY30" fmla="*/ 1860239 h 2555628"/>
              <a:gd name="connsiteX31" fmla="*/ 693468 w 2548591"/>
              <a:gd name="connsiteY31" fmla="*/ 0 h 2555628"/>
              <a:gd name="connsiteX32" fmla="*/ 832112 w 2548591"/>
              <a:gd name="connsiteY32" fmla="*/ 0 h 2555628"/>
              <a:gd name="connsiteX33" fmla="*/ 857340 w 2548591"/>
              <a:gd name="connsiteY33" fmla="*/ 0 h 2555628"/>
              <a:gd name="connsiteX34" fmla="*/ 2548582 w 2548591"/>
              <a:gd name="connsiteY34" fmla="*/ 1695913 h 2555628"/>
              <a:gd name="connsiteX35" fmla="*/ 2548582 w 2548591"/>
              <a:gd name="connsiteY35" fmla="*/ 1721210 h 2555628"/>
              <a:gd name="connsiteX36" fmla="*/ 832112 w 2548591"/>
              <a:gd name="connsiteY36" fmla="*/ 0 h 2555628"/>
              <a:gd name="connsiteX37" fmla="*/ 970758 w 2548591"/>
              <a:gd name="connsiteY37" fmla="*/ 0 h 2555628"/>
              <a:gd name="connsiteX38" fmla="*/ 995986 w 2548591"/>
              <a:gd name="connsiteY38" fmla="*/ 0 h 2555628"/>
              <a:gd name="connsiteX39" fmla="*/ 2548463 w 2548591"/>
              <a:gd name="connsiteY39" fmla="*/ 1556758 h 2555628"/>
              <a:gd name="connsiteX40" fmla="*/ 2548463 w 2548591"/>
              <a:gd name="connsiteY40" fmla="*/ 1582062 h 2555628"/>
              <a:gd name="connsiteX41" fmla="*/ 2548590 w 2548591"/>
              <a:gd name="connsiteY41" fmla="*/ 1582189 h 2555628"/>
              <a:gd name="connsiteX42" fmla="*/ 970758 w 2548591"/>
              <a:gd name="connsiteY42" fmla="*/ 0 h 2555628"/>
              <a:gd name="connsiteX43" fmla="*/ 1109529 w 2548591"/>
              <a:gd name="connsiteY43" fmla="*/ 0 h 2555628"/>
              <a:gd name="connsiteX44" fmla="*/ 1134764 w 2548591"/>
              <a:gd name="connsiteY44" fmla="*/ 0 h 2555628"/>
              <a:gd name="connsiteX45" fmla="*/ 2548589 w 2548591"/>
              <a:gd name="connsiteY45" fmla="*/ 1417736 h 2555628"/>
              <a:gd name="connsiteX46" fmla="*/ 2548589 w 2548591"/>
              <a:gd name="connsiteY46" fmla="*/ 1443033 h 2555628"/>
              <a:gd name="connsiteX47" fmla="*/ 1109529 w 2548591"/>
              <a:gd name="connsiteY47" fmla="*/ 0 h 2555628"/>
              <a:gd name="connsiteX48" fmla="*/ 1248168 w 2548591"/>
              <a:gd name="connsiteY48" fmla="*/ 0 h 2555628"/>
              <a:gd name="connsiteX49" fmla="*/ 1273396 w 2548591"/>
              <a:gd name="connsiteY49" fmla="*/ 0 h 2555628"/>
              <a:gd name="connsiteX50" fmla="*/ 2548583 w 2548591"/>
              <a:gd name="connsiteY50" fmla="*/ 1278708 h 2555628"/>
              <a:gd name="connsiteX51" fmla="*/ 2548583 w 2548591"/>
              <a:gd name="connsiteY51" fmla="*/ 1304005 h 2555628"/>
              <a:gd name="connsiteX52" fmla="*/ 1248168 w 2548591"/>
              <a:gd name="connsiteY52" fmla="*/ 0 h 2555628"/>
              <a:gd name="connsiteX53" fmla="*/ 1386813 w 2548591"/>
              <a:gd name="connsiteY53" fmla="*/ 0 h 2555628"/>
              <a:gd name="connsiteX54" fmla="*/ 1412041 w 2548591"/>
              <a:gd name="connsiteY54" fmla="*/ 0 h 2555628"/>
              <a:gd name="connsiteX55" fmla="*/ 2548589 w 2548591"/>
              <a:gd name="connsiteY55" fmla="*/ 1139552 h 2555628"/>
              <a:gd name="connsiteX56" fmla="*/ 2548589 w 2548591"/>
              <a:gd name="connsiteY56" fmla="*/ 1164857 h 2555628"/>
              <a:gd name="connsiteX57" fmla="*/ 2548589 w 2548591"/>
              <a:gd name="connsiteY57" fmla="*/ 1164984 h 2555628"/>
              <a:gd name="connsiteX58" fmla="*/ 1386813 w 2548591"/>
              <a:gd name="connsiteY58" fmla="*/ 0 h 2555628"/>
              <a:gd name="connsiteX59" fmla="*/ 1525579 w 2548591"/>
              <a:gd name="connsiteY59" fmla="*/ 0 h 2555628"/>
              <a:gd name="connsiteX60" fmla="*/ 1550814 w 2548591"/>
              <a:gd name="connsiteY60" fmla="*/ 0 h 2555628"/>
              <a:gd name="connsiteX61" fmla="*/ 2548583 w 2548591"/>
              <a:gd name="connsiteY61" fmla="*/ 1000531 h 2555628"/>
              <a:gd name="connsiteX62" fmla="*/ 2548583 w 2548591"/>
              <a:gd name="connsiteY62" fmla="*/ 1025828 h 2555628"/>
              <a:gd name="connsiteX63" fmla="*/ 1525579 w 2548591"/>
              <a:gd name="connsiteY63" fmla="*/ 0 h 2555628"/>
              <a:gd name="connsiteX64" fmla="*/ 1664231 w 2548591"/>
              <a:gd name="connsiteY64" fmla="*/ 0 h 2555628"/>
              <a:gd name="connsiteX65" fmla="*/ 1689459 w 2548591"/>
              <a:gd name="connsiteY65" fmla="*/ 0 h 2555628"/>
              <a:gd name="connsiteX66" fmla="*/ 2548589 w 2548591"/>
              <a:gd name="connsiteY66" fmla="*/ 861503 h 2555628"/>
              <a:gd name="connsiteX67" fmla="*/ 2548589 w 2548591"/>
              <a:gd name="connsiteY67" fmla="*/ 886800 h 2555628"/>
              <a:gd name="connsiteX68" fmla="*/ 1664231 w 2548591"/>
              <a:gd name="connsiteY68" fmla="*/ 0 h 2555628"/>
              <a:gd name="connsiteX69" fmla="*/ 1802870 w 2548591"/>
              <a:gd name="connsiteY69" fmla="*/ 0 h 2555628"/>
              <a:gd name="connsiteX70" fmla="*/ 1828097 w 2548591"/>
              <a:gd name="connsiteY70" fmla="*/ 0 h 2555628"/>
              <a:gd name="connsiteX71" fmla="*/ 2548583 w 2548591"/>
              <a:gd name="connsiteY71" fmla="*/ 722347 h 2555628"/>
              <a:gd name="connsiteX72" fmla="*/ 2548583 w 2548591"/>
              <a:gd name="connsiteY72" fmla="*/ 747651 h 2555628"/>
              <a:gd name="connsiteX73" fmla="*/ 2548583 w 2548591"/>
              <a:gd name="connsiteY73" fmla="*/ 747778 h 2555628"/>
              <a:gd name="connsiteX74" fmla="*/ 1802870 w 2548591"/>
              <a:gd name="connsiteY74" fmla="*/ 0 h 2555628"/>
              <a:gd name="connsiteX75" fmla="*/ 1941642 w 2548591"/>
              <a:gd name="connsiteY75" fmla="*/ 0 h 2555628"/>
              <a:gd name="connsiteX76" fmla="*/ 1966877 w 2548591"/>
              <a:gd name="connsiteY76" fmla="*/ 0 h 2555628"/>
              <a:gd name="connsiteX77" fmla="*/ 2548589 w 2548591"/>
              <a:gd name="connsiteY77" fmla="*/ 583321 h 2555628"/>
              <a:gd name="connsiteX78" fmla="*/ 2548589 w 2548591"/>
              <a:gd name="connsiteY78" fmla="*/ 608622 h 2555628"/>
              <a:gd name="connsiteX79" fmla="*/ 1941642 w 2548591"/>
              <a:gd name="connsiteY79" fmla="*/ 0 h 2555628"/>
              <a:gd name="connsiteX80" fmla="*/ 2080281 w 2548591"/>
              <a:gd name="connsiteY80" fmla="*/ 0 h 2555628"/>
              <a:gd name="connsiteX81" fmla="*/ 2105508 w 2548591"/>
              <a:gd name="connsiteY81" fmla="*/ 0 h 2555628"/>
              <a:gd name="connsiteX82" fmla="*/ 2548582 w 2548591"/>
              <a:gd name="connsiteY82" fmla="*/ 444296 h 2555628"/>
              <a:gd name="connsiteX83" fmla="*/ 2548582 w 2548591"/>
              <a:gd name="connsiteY83" fmla="*/ 469597 h 2555628"/>
              <a:gd name="connsiteX84" fmla="*/ 2080281 w 2548591"/>
              <a:gd name="connsiteY84" fmla="*/ 0 h 2555628"/>
              <a:gd name="connsiteX85" fmla="*/ 2218926 w 2548591"/>
              <a:gd name="connsiteY85" fmla="*/ 0 h 2555628"/>
              <a:gd name="connsiteX86" fmla="*/ 2244153 w 2548591"/>
              <a:gd name="connsiteY86" fmla="*/ 0 h 2555628"/>
              <a:gd name="connsiteX87" fmla="*/ 2548582 w 2548591"/>
              <a:gd name="connsiteY87" fmla="*/ 305270 h 2555628"/>
              <a:gd name="connsiteX88" fmla="*/ 2548582 w 2548591"/>
              <a:gd name="connsiteY88" fmla="*/ 330570 h 2555628"/>
              <a:gd name="connsiteX89" fmla="*/ 2218926 w 2548591"/>
              <a:gd name="connsiteY89" fmla="*/ 0 h 2555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2548591" h="2555628">
                <a:moveTo>
                  <a:pt x="138643" y="1"/>
                </a:moveTo>
                <a:lnTo>
                  <a:pt x="163874" y="1"/>
                </a:lnTo>
                <a:cubicBezTo>
                  <a:pt x="163874" y="1318576"/>
                  <a:pt x="1233644" y="2391168"/>
                  <a:pt x="2548463" y="2391168"/>
                </a:cubicBezTo>
                <a:lnTo>
                  <a:pt x="2548463" y="2416472"/>
                </a:lnTo>
                <a:lnTo>
                  <a:pt x="2548590" y="2416600"/>
                </a:lnTo>
                <a:cubicBezTo>
                  <a:pt x="1219755" y="2416600"/>
                  <a:pt x="138643" y="1332503"/>
                  <a:pt x="138643" y="1"/>
                </a:cubicBezTo>
                <a:close/>
                <a:moveTo>
                  <a:pt x="0" y="1"/>
                </a:moveTo>
                <a:lnTo>
                  <a:pt x="25231" y="1"/>
                </a:lnTo>
                <a:cubicBezTo>
                  <a:pt x="25231" y="1395244"/>
                  <a:pt x="1157188" y="2530324"/>
                  <a:pt x="2548591" y="2530324"/>
                </a:cubicBezTo>
                <a:lnTo>
                  <a:pt x="2548591" y="2555628"/>
                </a:lnTo>
                <a:cubicBezTo>
                  <a:pt x="1143299" y="2555628"/>
                  <a:pt x="0" y="1409172"/>
                  <a:pt x="0" y="1"/>
                </a:cubicBezTo>
                <a:close/>
                <a:moveTo>
                  <a:pt x="277411" y="1"/>
                </a:moveTo>
                <a:lnTo>
                  <a:pt x="302642" y="1"/>
                </a:lnTo>
                <a:cubicBezTo>
                  <a:pt x="302642" y="1241907"/>
                  <a:pt x="1310229" y="2252147"/>
                  <a:pt x="2548582" y="2252147"/>
                </a:cubicBezTo>
                <a:lnTo>
                  <a:pt x="2548582" y="2277444"/>
                </a:lnTo>
                <a:cubicBezTo>
                  <a:pt x="1296205" y="2277444"/>
                  <a:pt x="277411" y="1255835"/>
                  <a:pt x="277411" y="1"/>
                </a:cubicBezTo>
                <a:close/>
                <a:moveTo>
                  <a:pt x="416054" y="1"/>
                </a:moveTo>
                <a:lnTo>
                  <a:pt x="441285" y="1"/>
                </a:lnTo>
                <a:cubicBezTo>
                  <a:pt x="441285" y="1165111"/>
                  <a:pt x="1386559" y="2113119"/>
                  <a:pt x="2548589" y="2113119"/>
                </a:cubicBezTo>
                <a:lnTo>
                  <a:pt x="2548589" y="2138423"/>
                </a:lnTo>
                <a:cubicBezTo>
                  <a:pt x="1372670" y="2138423"/>
                  <a:pt x="416054" y="1179166"/>
                  <a:pt x="416054" y="1"/>
                </a:cubicBezTo>
                <a:close/>
                <a:moveTo>
                  <a:pt x="554698" y="1"/>
                </a:moveTo>
                <a:lnTo>
                  <a:pt x="579930" y="1"/>
                </a:lnTo>
                <a:cubicBezTo>
                  <a:pt x="579930" y="1088442"/>
                  <a:pt x="1463017" y="1973963"/>
                  <a:pt x="2548462" y="1973963"/>
                </a:cubicBezTo>
                <a:lnTo>
                  <a:pt x="2548462" y="1999267"/>
                </a:lnTo>
                <a:lnTo>
                  <a:pt x="2548589" y="1999394"/>
                </a:lnTo>
                <a:cubicBezTo>
                  <a:pt x="1449127" y="1999394"/>
                  <a:pt x="554698" y="1102497"/>
                  <a:pt x="554698" y="1"/>
                </a:cubicBezTo>
                <a:close/>
                <a:moveTo>
                  <a:pt x="693468" y="0"/>
                </a:moveTo>
                <a:lnTo>
                  <a:pt x="718701" y="0"/>
                </a:lnTo>
                <a:cubicBezTo>
                  <a:pt x="718701" y="1011773"/>
                  <a:pt x="1539602" y="1834942"/>
                  <a:pt x="2548583" y="1834942"/>
                </a:cubicBezTo>
                <a:lnTo>
                  <a:pt x="2548583" y="1860239"/>
                </a:lnTo>
                <a:cubicBezTo>
                  <a:pt x="1525706" y="1860239"/>
                  <a:pt x="693468" y="1025701"/>
                  <a:pt x="693468" y="0"/>
                </a:cubicBezTo>
                <a:close/>
                <a:moveTo>
                  <a:pt x="832112" y="0"/>
                </a:moveTo>
                <a:lnTo>
                  <a:pt x="857340" y="0"/>
                </a:lnTo>
                <a:cubicBezTo>
                  <a:pt x="857340" y="935105"/>
                  <a:pt x="1616059" y="1695913"/>
                  <a:pt x="2548582" y="1695913"/>
                </a:cubicBezTo>
                <a:lnTo>
                  <a:pt x="2548582" y="1721210"/>
                </a:lnTo>
                <a:cubicBezTo>
                  <a:pt x="1602170" y="1721210"/>
                  <a:pt x="832112" y="949032"/>
                  <a:pt x="832112" y="0"/>
                </a:cubicBezTo>
                <a:close/>
                <a:moveTo>
                  <a:pt x="970758" y="0"/>
                </a:moveTo>
                <a:lnTo>
                  <a:pt x="995986" y="0"/>
                </a:lnTo>
                <a:cubicBezTo>
                  <a:pt x="995986" y="858436"/>
                  <a:pt x="1692391" y="1556758"/>
                  <a:pt x="2548463" y="1556758"/>
                </a:cubicBezTo>
                <a:lnTo>
                  <a:pt x="2548463" y="1582062"/>
                </a:lnTo>
                <a:lnTo>
                  <a:pt x="2548590" y="1582189"/>
                </a:lnTo>
                <a:cubicBezTo>
                  <a:pt x="1678628" y="1582189"/>
                  <a:pt x="970758" y="872491"/>
                  <a:pt x="970758" y="0"/>
                </a:cubicBezTo>
                <a:close/>
                <a:moveTo>
                  <a:pt x="1109529" y="0"/>
                </a:moveTo>
                <a:lnTo>
                  <a:pt x="1134764" y="0"/>
                </a:lnTo>
                <a:cubicBezTo>
                  <a:pt x="1134764" y="781767"/>
                  <a:pt x="1768975" y="1417736"/>
                  <a:pt x="2548589" y="1417736"/>
                </a:cubicBezTo>
                <a:lnTo>
                  <a:pt x="2548589" y="1443033"/>
                </a:lnTo>
                <a:cubicBezTo>
                  <a:pt x="1755086" y="1443033"/>
                  <a:pt x="1109529" y="795695"/>
                  <a:pt x="1109529" y="0"/>
                </a:cubicBezTo>
                <a:close/>
                <a:moveTo>
                  <a:pt x="1248168" y="0"/>
                </a:moveTo>
                <a:lnTo>
                  <a:pt x="1273396" y="0"/>
                </a:lnTo>
                <a:cubicBezTo>
                  <a:pt x="1273396" y="705097"/>
                  <a:pt x="1845433" y="1278708"/>
                  <a:pt x="2548583" y="1278708"/>
                </a:cubicBezTo>
                <a:lnTo>
                  <a:pt x="2548583" y="1304005"/>
                </a:lnTo>
                <a:cubicBezTo>
                  <a:pt x="1831537" y="1304005"/>
                  <a:pt x="1248168" y="719026"/>
                  <a:pt x="1248168" y="0"/>
                </a:cubicBezTo>
                <a:close/>
                <a:moveTo>
                  <a:pt x="1386813" y="0"/>
                </a:moveTo>
                <a:lnTo>
                  <a:pt x="1412041" y="0"/>
                </a:lnTo>
                <a:cubicBezTo>
                  <a:pt x="1412041" y="628428"/>
                  <a:pt x="1921890" y="1139552"/>
                  <a:pt x="2548589" y="1139552"/>
                </a:cubicBezTo>
                <a:lnTo>
                  <a:pt x="2548589" y="1164857"/>
                </a:lnTo>
                <a:lnTo>
                  <a:pt x="2548589" y="1164984"/>
                </a:lnTo>
                <a:cubicBezTo>
                  <a:pt x="1908001" y="1164984"/>
                  <a:pt x="1386813" y="642356"/>
                  <a:pt x="1386813" y="0"/>
                </a:cubicBezTo>
                <a:close/>
                <a:moveTo>
                  <a:pt x="1525579" y="0"/>
                </a:moveTo>
                <a:lnTo>
                  <a:pt x="1550814" y="0"/>
                </a:lnTo>
                <a:cubicBezTo>
                  <a:pt x="1550814" y="551759"/>
                  <a:pt x="1998468" y="1000531"/>
                  <a:pt x="2548583" y="1000531"/>
                </a:cubicBezTo>
                <a:lnTo>
                  <a:pt x="2548583" y="1025828"/>
                </a:lnTo>
                <a:cubicBezTo>
                  <a:pt x="1984452" y="1025828"/>
                  <a:pt x="1525579" y="565560"/>
                  <a:pt x="1525579" y="0"/>
                </a:cubicBezTo>
                <a:close/>
                <a:moveTo>
                  <a:pt x="1664231" y="0"/>
                </a:moveTo>
                <a:lnTo>
                  <a:pt x="1689459" y="0"/>
                </a:lnTo>
                <a:cubicBezTo>
                  <a:pt x="1689459" y="474963"/>
                  <a:pt x="2074805" y="861503"/>
                  <a:pt x="2548589" y="861503"/>
                </a:cubicBezTo>
                <a:lnTo>
                  <a:pt x="2548589" y="886800"/>
                </a:lnTo>
                <a:cubicBezTo>
                  <a:pt x="2060916" y="886800"/>
                  <a:pt x="1664231" y="489019"/>
                  <a:pt x="1664231" y="0"/>
                </a:cubicBezTo>
                <a:close/>
                <a:moveTo>
                  <a:pt x="1802870" y="0"/>
                </a:moveTo>
                <a:lnTo>
                  <a:pt x="1828097" y="0"/>
                </a:lnTo>
                <a:cubicBezTo>
                  <a:pt x="1828097" y="398295"/>
                  <a:pt x="2151263" y="722347"/>
                  <a:pt x="2548583" y="722347"/>
                </a:cubicBezTo>
                <a:lnTo>
                  <a:pt x="2548583" y="747651"/>
                </a:lnTo>
                <a:lnTo>
                  <a:pt x="2548583" y="747778"/>
                </a:lnTo>
                <a:cubicBezTo>
                  <a:pt x="2137367" y="747778"/>
                  <a:pt x="1802870" y="412350"/>
                  <a:pt x="1802870" y="0"/>
                </a:cubicBezTo>
                <a:close/>
                <a:moveTo>
                  <a:pt x="1941642" y="0"/>
                </a:moveTo>
                <a:lnTo>
                  <a:pt x="1966877" y="0"/>
                </a:lnTo>
                <a:cubicBezTo>
                  <a:pt x="1966877" y="321626"/>
                  <a:pt x="2227847" y="583321"/>
                  <a:pt x="2548589" y="583321"/>
                </a:cubicBezTo>
                <a:lnTo>
                  <a:pt x="2548589" y="608622"/>
                </a:lnTo>
                <a:cubicBezTo>
                  <a:pt x="2213831" y="608622"/>
                  <a:pt x="1941642" y="335553"/>
                  <a:pt x="1941642" y="0"/>
                </a:cubicBezTo>
                <a:close/>
                <a:moveTo>
                  <a:pt x="2080281" y="0"/>
                </a:moveTo>
                <a:lnTo>
                  <a:pt x="2105508" y="0"/>
                </a:lnTo>
                <a:cubicBezTo>
                  <a:pt x="2105508" y="244957"/>
                  <a:pt x="2304298" y="444296"/>
                  <a:pt x="2548582" y="444296"/>
                </a:cubicBezTo>
                <a:lnTo>
                  <a:pt x="2548582" y="469597"/>
                </a:lnTo>
                <a:cubicBezTo>
                  <a:pt x="2290409" y="469597"/>
                  <a:pt x="2080281" y="258885"/>
                  <a:pt x="2080281" y="0"/>
                </a:cubicBezTo>
                <a:close/>
                <a:moveTo>
                  <a:pt x="2218926" y="0"/>
                </a:moveTo>
                <a:lnTo>
                  <a:pt x="2244153" y="0"/>
                </a:lnTo>
                <a:cubicBezTo>
                  <a:pt x="2244153" y="168288"/>
                  <a:pt x="2380629" y="305270"/>
                  <a:pt x="2548582" y="305270"/>
                </a:cubicBezTo>
                <a:lnTo>
                  <a:pt x="2548582" y="330570"/>
                </a:lnTo>
                <a:cubicBezTo>
                  <a:pt x="2366866" y="330570"/>
                  <a:pt x="2218926" y="182344"/>
                  <a:pt x="2218926" y="0"/>
                </a:cubicBezTo>
                <a:close/>
              </a:path>
            </a:pathLst>
          </a:custGeom>
          <a:solidFill>
            <a:schemeClr val="bg1"/>
          </a:solidFill>
          <a:ln w="7032" cap="flat">
            <a:noFill/>
            <a:prstDash val="solid"/>
            <a:miter/>
          </a:ln>
        </p:spPr>
        <p:txBody>
          <a:bodyPr rtlCol="0" anchor="ctr">
            <a:noAutofit/>
          </a:bodyPr>
          <a:lstStyle/>
          <a:p>
            <a:endParaRPr lang="en-US"/>
          </a:p>
        </p:txBody>
      </p:sp>
      <p:sp>
        <p:nvSpPr>
          <p:cNvPr id="29" name="Freeform 70">
            <a:extLst>
              <a:ext uri="{FF2B5EF4-FFF2-40B4-BE49-F238E27FC236}">
                <a16:creationId xmlns:a16="http://schemas.microsoft.com/office/drawing/2014/main" id="{AA39EF58-54F1-4AC9-1D83-2E7DEEAAEA6A}"/>
              </a:ext>
              <a:ext uri="{C183D7F6-B498-43B3-948B-1728B52AA6E4}">
                <adec:decorative xmlns:adec="http://schemas.microsoft.com/office/drawing/2017/decorative" val="1"/>
              </a:ext>
            </a:extLst>
          </p:cNvPr>
          <p:cNvSpPr>
            <a:spLocks/>
          </p:cNvSpPr>
          <p:nvPr userDrawn="1"/>
        </p:nvSpPr>
        <p:spPr bwMode="auto">
          <a:xfrm rot="16200000" flipH="1">
            <a:off x="-9389"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2">
              <a:alpha val="50000"/>
            </a:schemeClr>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31" name="Freeform 70">
            <a:extLst>
              <a:ext uri="{FF2B5EF4-FFF2-40B4-BE49-F238E27FC236}">
                <a16:creationId xmlns:a16="http://schemas.microsoft.com/office/drawing/2014/main" id="{0C320934-59CC-4123-C7C1-FEEE89F3045F}"/>
              </a:ext>
              <a:ext uri="{C183D7F6-B498-43B3-948B-1728B52AA6E4}">
                <adec:decorative xmlns:adec="http://schemas.microsoft.com/office/drawing/2017/decorative" val="1"/>
              </a:ext>
            </a:extLst>
          </p:cNvPr>
          <p:cNvSpPr>
            <a:spLocks/>
          </p:cNvSpPr>
          <p:nvPr userDrawn="1"/>
        </p:nvSpPr>
        <p:spPr bwMode="auto">
          <a:xfrm flipH="1">
            <a:off x="-10617" y="4308466"/>
            <a:ext cx="2550984" cy="2560441"/>
          </a:xfrm>
          <a:custGeom>
            <a:avLst/>
            <a:gdLst>
              <a:gd name="T0" fmla="*/ 0 w 1079"/>
              <a:gd name="T1" fmla="*/ 1083 h 1083"/>
              <a:gd name="T2" fmla="*/ 1079 w 1079"/>
              <a:gd name="T3" fmla="*/ 1083 h 1083"/>
              <a:gd name="T4" fmla="*/ 1079 w 1079"/>
              <a:gd name="T5" fmla="*/ 0 h 1083"/>
              <a:gd name="T6" fmla="*/ 0 w 1079"/>
              <a:gd name="T7" fmla="*/ 1083 h 1083"/>
            </a:gdLst>
            <a:ahLst/>
            <a:cxnLst>
              <a:cxn ang="0">
                <a:pos x="T0" y="T1"/>
              </a:cxn>
              <a:cxn ang="0">
                <a:pos x="T2" y="T3"/>
              </a:cxn>
              <a:cxn ang="0">
                <a:pos x="T4" y="T5"/>
              </a:cxn>
              <a:cxn ang="0">
                <a:pos x="T6" y="T7"/>
              </a:cxn>
            </a:cxnLst>
            <a:rect l="0" t="0" r="r" b="b"/>
            <a:pathLst>
              <a:path w="1079" h="1083">
                <a:moveTo>
                  <a:pt x="0" y="1083"/>
                </a:moveTo>
                <a:lnTo>
                  <a:pt x="1079" y="1083"/>
                </a:lnTo>
                <a:lnTo>
                  <a:pt x="1079" y="0"/>
                </a:lnTo>
                <a:lnTo>
                  <a:pt x="0" y="1083"/>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endParaRPr lang="en-US"/>
          </a:p>
        </p:txBody>
      </p:sp>
      <p:sp>
        <p:nvSpPr>
          <p:cNvPr id="33" name="Image 4">
            <a:extLst>
              <a:ext uri="{FF2B5EF4-FFF2-40B4-BE49-F238E27FC236}">
                <a16:creationId xmlns:a16="http://schemas.microsoft.com/office/drawing/2014/main" id="{EC46DC71-C12A-96C8-3FE2-AA95AB58B349}"/>
              </a:ext>
              <a:ext uri="{C183D7F6-B498-43B3-948B-1728B52AA6E4}">
                <adec:decorative xmlns:adec="http://schemas.microsoft.com/office/drawing/2017/decorative" val="1"/>
              </a:ext>
            </a:extLst>
          </p:cNvPr>
          <p:cNvSpPr/>
          <p:nvPr/>
        </p:nvSpPr>
        <p:spPr>
          <a:xfrm>
            <a:off x="2543868" y="0"/>
            <a:ext cx="2560340" cy="2560340"/>
          </a:xfrm>
          <a:custGeom>
            <a:avLst/>
            <a:gdLst>
              <a:gd name="connsiteX0" fmla="*/ 0 w 2560340"/>
              <a:gd name="connsiteY0" fmla="*/ 2560340 h 2560340"/>
              <a:gd name="connsiteX1" fmla="*/ 2560340 w 2560340"/>
              <a:gd name="connsiteY1" fmla="*/ 0 h 2560340"/>
              <a:gd name="connsiteX2" fmla="*/ 0 w 2560340"/>
              <a:gd name="connsiteY2" fmla="*/ 0 h 2560340"/>
              <a:gd name="connsiteX3" fmla="*/ 0 w 2560340"/>
              <a:gd name="connsiteY3" fmla="*/ 2560340 h 2560340"/>
            </a:gdLst>
            <a:ahLst/>
            <a:cxnLst>
              <a:cxn ang="0">
                <a:pos x="connsiteX0" y="connsiteY0"/>
              </a:cxn>
              <a:cxn ang="0">
                <a:pos x="connsiteX1" y="connsiteY1"/>
              </a:cxn>
              <a:cxn ang="0">
                <a:pos x="connsiteX2" y="connsiteY2"/>
              </a:cxn>
              <a:cxn ang="0">
                <a:pos x="connsiteX3" y="connsiteY3"/>
              </a:cxn>
            </a:cxnLst>
            <a:rect l="l" t="t" r="r" b="b"/>
            <a:pathLst>
              <a:path w="2560340" h="2560340">
                <a:moveTo>
                  <a:pt x="0" y="2560340"/>
                </a:moveTo>
                <a:cubicBezTo>
                  <a:pt x="1414079" y="2560340"/>
                  <a:pt x="2560340" y="1414079"/>
                  <a:pt x="2560340" y="0"/>
                </a:cubicBezTo>
                <a:lnTo>
                  <a:pt x="0" y="0"/>
                </a:lnTo>
                <a:lnTo>
                  <a:pt x="0" y="2560340"/>
                </a:lnTo>
                <a:close/>
              </a:path>
            </a:pathLst>
          </a:custGeom>
          <a:solidFill>
            <a:schemeClr val="accent3">
              <a:lumMod val="40000"/>
              <a:lumOff val="60000"/>
              <a:alpha val="50000"/>
            </a:schemeClr>
          </a:solidFill>
          <a:ln w="7052" cap="flat">
            <a:noFill/>
            <a:prstDash val="solid"/>
            <a:miter/>
          </a:ln>
        </p:spPr>
        <p:txBody>
          <a:bodyPr rtlCol="0" anchor="ctr">
            <a:noAutofit/>
          </a:bodyPr>
          <a:lstStyle/>
          <a:p>
            <a:endParaRPr lang="en-US"/>
          </a:p>
        </p:txBody>
      </p:sp>
      <p:sp>
        <p:nvSpPr>
          <p:cNvPr id="2" name="Title 1"/>
          <p:cNvSpPr>
            <a:spLocks noGrp="1"/>
          </p:cNvSpPr>
          <p:nvPr>
            <p:ph type="title" hasCustomPrompt="1"/>
          </p:nvPr>
        </p:nvSpPr>
        <p:spPr>
          <a:xfrm>
            <a:off x="3460565" y="1057274"/>
            <a:ext cx="7965461" cy="994164"/>
          </a:xfrm>
        </p:spPr>
        <p:txBody>
          <a:bodyPr lIns="91440" tIns="0" rIns="91440" bIns="0" anchor="b" anchorCtr="0">
            <a:noAutofit/>
          </a:bodyPr>
          <a:lstStyle>
            <a:lvl1pPr algn="l">
              <a:lnSpc>
                <a:spcPct val="100000"/>
              </a:lnSpc>
              <a:defRPr sz="3600" b="1">
                <a:latin typeface="+mj-lt"/>
                <a:cs typeface="Arial" panose="020B0604020202020204" pitchFamily="34" charset="0"/>
              </a:defRPr>
            </a:lvl1pPr>
          </a:lstStyle>
          <a:p>
            <a:r>
              <a:rPr lang="en-US"/>
              <a:t>Click to add title</a:t>
            </a:r>
          </a:p>
        </p:txBody>
      </p:sp>
      <p:sp>
        <p:nvSpPr>
          <p:cNvPr id="13" name="Content Placeholder 3">
            <a:extLst>
              <a:ext uri="{FF2B5EF4-FFF2-40B4-BE49-F238E27FC236}">
                <a16:creationId xmlns:a16="http://schemas.microsoft.com/office/drawing/2014/main" id="{B20F5EA7-881C-8FB7-EAC9-89C8F2E5865C}"/>
              </a:ext>
            </a:extLst>
          </p:cNvPr>
          <p:cNvSpPr>
            <a:spLocks noGrp="1"/>
          </p:cNvSpPr>
          <p:nvPr>
            <p:ph sz="half" idx="2" hasCustomPrompt="1"/>
          </p:nvPr>
        </p:nvSpPr>
        <p:spPr>
          <a:xfrm>
            <a:off x="3460565" y="2303029"/>
            <a:ext cx="7965460" cy="3497698"/>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8" name="Slide Number Placeholder 2">
            <a:extLst>
              <a:ext uri="{FF2B5EF4-FFF2-40B4-BE49-F238E27FC236}">
                <a16:creationId xmlns:a16="http://schemas.microsoft.com/office/drawing/2014/main" id="{ED7A50D8-0839-EC58-FFBE-315A20995799}"/>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5528509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Comparison 1">
    <p:spTree>
      <p:nvGrpSpPr>
        <p:cNvPr id="1" name=""/>
        <p:cNvGrpSpPr/>
        <p:nvPr/>
      </p:nvGrpSpPr>
      <p:grpSpPr>
        <a:xfrm>
          <a:off x="0" y="0"/>
          <a:ext cx="0" cy="0"/>
          <a:chOff x="0" y="0"/>
          <a:chExt cx="0" cy="0"/>
        </a:xfrm>
      </p:grpSpPr>
      <p:sp>
        <p:nvSpPr>
          <p:cNvPr id="20" name="Title 19">
            <a:extLst>
              <a:ext uri="{FF2B5EF4-FFF2-40B4-BE49-F238E27FC236}">
                <a16:creationId xmlns:a16="http://schemas.microsoft.com/office/drawing/2014/main" id="{C26B5661-F583-FA44-8353-161B862E69B1}"/>
              </a:ext>
            </a:extLst>
          </p:cNvPr>
          <p:cNvSpPr>
            <a:spLocks noGrp="1"/>
          </p:cNvSpPr>
          <p:nvPr>
            <p:ph type="title" hasCustomPrompt="1"/>
          </p:nvPr>
        </p:nvSpPr>
        <p:spPr>
          <a:xfrm>
            <a:off x="4364809" y="1057274"/>
            <a:ext cx="7043617" cy="2520217"/>
          </a:xfrm>
        </p:spPr>
        <p:txBody>
          <a:bodyPr tIns="0" bIns="0">
            <a:noAutofit/>
          </a:bodyPr>
          <a:lstStyle>
            <a:lvl1pPr algn="l">
              <a:lnSpc>
                <a:spcPct val="100000"/>
              </a:lnSpc>
              <a:defRPr sz="3600"/>
            </a:lvl1pPr>
          </a:lstStyle>
          <a:p>
            <a:r>
              <a:rPr lang="en-US"/>
              <a:t>Click to add title</a:t>
            </a:r>
          </a:p>
        </p:txBody>
      </p:sp>
      <p:sp>
        <p:nvSpPr>
          <p:cNvPr id="11" name="Image 0">
            <a:extLst>
              <a:ext uri="{FF2B5EF4-FFF2-40B4-BE49-F238E27FC236}">
                <a16:creationId xmlns:a16="http://schemas.microsoft.com/office/drawing/2014/main" id="{CD2D664E-6702-6607-A37E-2E996144917C}"/>
              </a:ext>
              <a:ext uri="{C183D7F6-B498-43B3-948B-1728B52AA6E4}">
                <adec:decorative xmlns:adec="http://schemas.microsoft.com/office/drawing/2017/decorative" val="1"/>
              </a:ext>
            </a:extLst>
          </p:cNvPr>
          <p:cNvSpPr/>
          <p:nvPr userDrawn="1"/>
        </p:nvSpPr>
        <p:spPr>
          <a:xfrm>
            <a:off x="-5568" y="-2784"/>
            <a:ext cx="3443288" cy="6891337"/>
          </a:xfrm>
          <a:custGeom>
            <a:avLst/>
            <a:gdLst>
              <a:gd name="connsiteX0" fmla="*/ 3443288 w 3443288"/>
              <a:gd name="connsiteY0" fmla="*/ 0 h 6891337"/>
              <a:gd name="connsiteX1" fmla="*/ 0 w 3443288"/>
              <a:gd name="connsiteY1" fmla="*/ 0 h 6891337"/>
              <a:gd name="connsiteX2" fmla="*/ 0 w 3443288"/>
              <a:gd name="connsiteY2" fmla="*/ 6891338 h 6891337"/>
              <a:gd name="connsiteX3" fmla="*/ 3443288 w 3443288"/>
              <a:gd name="connsiteY3" fmla="*/ 6891338 h 6891337"/>
              <a:gd name="connsiteX4" fmla="*/ 3443288 w 3443288"/>
              <a:gd name="connsiteY4" fmla="*/ 0 h 6891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6891337">
                <a:moveTo>
                  <a:pt x="3443288" y="0"/>
                </a:moveTo>
                <a:lnTo>
                  <a:pt x="0" y="0"/>
                </a:lnTo>
                <a:lnTo>
                  <a:pt x="0" y="6891338"/>
                </a:lnTo>
                <a:lnTo>
                  <a:pt x="3443288" y="6891338"/>
                </a:lnTo>
                <a:lnTo>
                  <a:pt x="3443288" y="0"/>
                </a:lnTo>
                <a:close/>
              </a:path>
            </a:pathLst>
          </a:custGeom>
          <a:solidFill>
            <a:schemeClr val="accent3"/>
          </a:solidFill>
          <a:ln w="4756" cap="flat">
            <a:noFill/>
            <a:prstDash val="solid"/>
            <a:miter/>
          </a:ln>
        </p:spPr>
        <p:txBody>
          <a:bodyPr rtlCol="0" anchor="ctr">
            <a:noAutofit/>
          </a:bodyPr>
          <a:lstStyle/>
          <a:p>
            <a:endParaRPr lang="en-US"/>
          </a:p>
        </p:txBody>
      </p:sp>
      <p:pic>
        <p:nvPicPr>
          <p:cNvPr id="13" name="Image 1">
            <a:extLst>
              <a:ext uri="{FF2B5EF4-FFF2-40B4-BE49-F238E27FC236}">
                <a16:creationId xmlns:a16="http://schemas.microsoft.com/office/drawing/2014/main" id="{951C5737-DF7E-D671-AC74-9E488335BCA2}"/>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1703311" y="-2784"/>
            <a:ext cx="1734410" cy="5167313"/>
          </a:xfrm>
          <a:prstGeom prst="rect">
            <a:avLst/>
          </a:prstGeom>
        </p:spPr>
      </p:pic>
      <p:sp>
        <p:nvSpPr>
          <p:cNvPr id="39" name="Freeform: Shape 38">
            <a:extLst>
              <a:ext uri="{FF2B5EF4-FFF2-40B4-BE49-F238E27FC236}">
                <a16:creationId xmlns:a16="http://schemas.microsoft.com/office/drawing/2014/main" id="{F232A1E1-DD38-15EA-6CA1-A84950EC43F0}"/>
              </a:ext>
              <a:ext uri="{C183D7F6-B498-43B3-948B-1728B52AA6E4}">
                <adec:decorative xmlns:adec="http://schemas.microsoft.com/office/drawing/2017/decorative" val="1"/>
              </a:ext>
            </a:extLst>
          </p:cNvPr>
          <p:cNvSpPr/>
          <p:nvPr/>
        </p:nvSpPr>
        <p:spPr>
          <a:xfrm>
            <a:off x="1721621" y="-2784"/>
            <a:ext cx="1716115" cy="1720853"/>
          </a:xfrm>
          <a:custGeom>
            <a:avLst/>
            <a:gdLst>
              <a:gd name="connsiteX0" fmla="*/ 93358 w 1716115"/>
              <a:gd name="connsiteY0" fmla="*/ 0 h 1720853"/>
              <a:gd name="connsiteX1" fmla="*/ 110348 w 1716115"/>
              <a:gd name="connsiteY1" fmla="*/ 0 h 1720853"/>
              <a:gd name="connsiteX2" fmla="*/ 1716029 w 1716115"/>
              <a:gd name="connsiteY2" fmla="*/ 1610112 h 1720853"/>
              <a:gd name="connsiteX3" fmla="*/ 1716029 w 1716115"/>
              <a:gd name="connsiteY3" fmla="*/ 1627151 h 1720853"/>
              <a:gd name="connsiteX4" fmla="*/ 1716115 w 1716115"/>
              <a:gd name="connsiteY4" fmla="*/ 1627237 h 1720853"/>
              <a:gd name="connsiteX5" fmla="*/ 93358 w 1716115"/>
              <a:gd name="connsiteY5" fmla="*/ 0 h 1720853"/>
              <a:gd name="connsiteX6" fmla="*/ 0 w 1716115"/>
              <a:gd name="connsiteY6" fmla="*/ 0 h 1720853"/>
              <a:gd name="connsiteX7" fmla="*/ 16989 w 1716115"/>
              <a:gd name="connsiteY7" fmla="*/ 0 h 1720853"/>
              <a:gd name="connsiteX8" fmla="*/ 1716114 w 1716115"/>
              <a:gd name="connsiteY8" fmla="*/ 1703814 h 1720853"/>
              <a:gd name="connsiteX9" fmla="*/ 1716114 w 1716115"/>
              <a:gd name="connsiteY9" fmla="*/ 1720853 h 1720853"/>
              <a:gd name="connsiteX10" fmla="*/ 0 w 1716115"/>
              <a:gd name="connsiteY10" fmla="*/ 0 h 1720853"/>
              <a:gd name="connsiteX11" fmla="*/ 186798 w 1716115"/>
              <a:gd name="connsiteY11" fmla="*/ 0 h 1720853"/>
              <a:gd name="connsiteX12" fmla="*/ 203788 w 1716115"/>
              <a:gd name="connsiteY12" fmla="*/ 0 h 1720853"/>
              <a:gd name="connsiteX13" fmla="*/ 1716109 w 1716115"/>
              <a:gd name="connsiteY13" fmla="*/ 1516501 h 1720853"/>
              <a:gd name="connsiteX14" fmla="*/ 1716109 w 1716115"/>
              <a:gd name="connsiteY14" fmla="*/ 1533535 h 1720853"/>
              <a:gd name="connsiteX15" fmla="*/ 186798 w 1716115"/>
              <a:gd name="connsiteY15" fmla="*/ 0 h 1720853"/>
              <a:gd name="connsiteX16" fmla="*/ 280155 w 1716115"/>
              <a:gd name="connsiteY16" fmla="*/ 0 h 1720853"/>
              <a:gd name="connsiteX17" fmla="*/ 297145 w 1716115"/>
              <a:gd name="connsiteY17" fmla="*/ 0 h 1720853"/>
              <a:gd name="connsiteX18" fmla="*/ 1716114 w 1716115"/>
              <a:gd name="connsiteY18" fmla="*/ 1422885 h 1720853"/>
              <a:gd name="connsiteX19" fmla="*/ 1716114 w 1716115"/>
              <a:gd name="connsiteY19" fmla="*/ 1439924 h 1720853"/>
              <a:gd name="connsiteX20" fmla="*/ 280155 w 1716115"/>
              <a:gd name="connsiteY20" fmla="*/ 0 h 1720853"/>
              <a:gd name="connsiteX21" fmla="*/ 373512 w 1716115"/>
              <a:gd name="connsiteY21" fmla="*/ 0 h 1720853"/>
              <a:gd name="connsiteX22" fmla="*/ 390502 w 1716115"/>
              <a:gd name="connsiteY22" fmla="*/ 0 h 1720853"/>
              <a:gd name="connsiteX23" fmla="*/ 1716029 w 1716115"/>
              <a:gd name="connsiteY23" fmla="*/ 1329184 h 1720853"/>
              <a:gd name="connsiteX24" fmla="*/ 1716029 w 1716115"/>
              <a:gd name="connsiteY24" fmla="*/ 1346223 h 1720853"/>
              <a:gd name="connsiteX25" fmla="*/ 1716114 w 1716115"/>
              <a:gd name="connsiteY25" fmla="*/ 1346308 h 1720853"/>
              <a:gd name="connsiteX26" fmla="*/ 373512 w 1716115"/>
              <a:gd name="connsiteY26" fmla="*/ 0 h 1720853"/>
              <a:gd name="connsiteX27" fmla="*/ 466953 w 1716115"/>
              <a:gd name="connsiteY27" fmla="*/ 0 h 1720853"/>
              <a:gd name="connsiteX28" fmla="*/ 483944 w 1716115"/>
              <a:gd name="connsiteY28" fmla="*/ 0 h 1720853"/>
              <a:gd name="connsiteX29" fmla="*/ 1716110 w 1716115"/>
              <a:gd name="connsiteY29" fmla="*/ 1235573 h 1720853"/>
              <a:gd name="connsiteX30" fmla="*/ 1716110 w 1716115"/>
              <a:gd name="connsiteY30" fmla="*/ 1252607 h 1720853"/>
              <a:gd name="connsiteX31" fmla="*/ 466953 w 1716115"/>
              <a:gd name="connsiteY31" fmla="*/ 0 h 1720853"/>
              <a:gd name="connsiteX32" fmla="*/ 560310 w 1716115"/>
              <a:gd name="connsiteY32" fmla="*/ 0 h 1720853"/>
              <a:gd name="connsiteX33" fmla="*/ 577297 w 1716115"/>
              <a:gd name="connsiteY33" fmla="*/ 0 h 1720853"/>
              <a:gd name="connsiteX34" fmla="*/ 1716109 w 1716115"/>
              <a:gd name="connsiteY34" fmla="*/ 1141957 h 1720853"/>
              <a:gd name="connsiteX35" fmla="*/ 1716109 w 1716115"/>
              <a:gd name="connsiteY35" fmla="*/ 1158991 h 1720853"/>
              <a:gd name="connsiteX36" fmla="*/ 560310 w 1716115"/>
              <a:gd name="connsiteY36" fmla="*/ 0 h 1720853"/>
              <a:gd name="connsiteX37" fmla="*/ 653668 w 1716115"/>
              <a:gd name="connsiteY37" fmla="*/ 0 h 1720853"/>
              <a:gd name="connsiteX38" fmla="*/ 670655 w 1716115"/>
              <a:gd name="connsiteY38" fmla="*/ 0 h 1720853"/>
              <a:gd name="connsiteX39" fmla="*/ 1716029 w 1716115"/>
              <a:gd name="connsiteY39" fmla="*/ 1048255 h 1720853"/>
              <a:gd name="connsiteX40" fmla="*/ 1716029 w 1716115"/>
              <a:gd name="connsiteY40" fmla="*/ 1065294 h 1720853"/>
              <a:gd name="connsiteX41" fmla="*/ 1716114 w 1716115"/>
              <a:gd name="connsiteY41" fmla="*/ 1065380 h 1720853"/>
              <a:gd name="connsiteX42" fmla="*/ 653668 w 1716115"/>
              <a:gd name="connsiteY42" fmla="*/ 0 h 1720853"/>
              <a:gd name="connsiteX43" fmla="*/ 747112 w 1716115"/>
              <a:gd name="connsiteY43" fmla="*/ 0 h 1720853"/>
              <a:gd name="connsiteX44" fmla="*/ 764104 w 1716115"/>
              <a:gd name="connsiteY44" fmla="*/ 0 h 1720853"/>
              <a:gd name="connsiteX45" fmla="*/ 1716115 w 1716115"/>
              <a:gd name="connsiteY45" fmla="*/ 954644 h 1720853"/>
              <a:gd name="connsiteX46" fmla="*/ 1716115 w 1716115"/>
              <a:gd name="connsiteY46" fmla="*/ 971678 h 1720853"/>
              <a:gd name="connsiteX47" fmla="*/ 747112 w 1716115"/>
              <a:gd name="connsiteY47" fmla="*/ 0 h 1720853"/>
              <a:gd name="connsiteX48" fmla="*/ 840465 w 1716115"/>
              <a:gd name="connsiteY48" fmla="*/ 0 h 1720853"/>
              <a:gd name="connsiteX49" fmla="*/ 857452 w 1716115"/>
              <a:gd name="connsiteY49" fmla="*/ 0 h 1720853"/>
              <a:gd name="connsiteX50" fmla="*/ 1716109 w 1716115"/>
              <a:gd name="connsiteY50" fmla="*/ 861028 h 1720853"/>
              <a:gd name="connsiteX51" fmla="*/ 1716109 w 1716115"/>
              <a:gd name="connsiteY51" fmla="*/ 878062 h 1720853"/>
              <a:gd name="connsiteX52" fmla="*/ 840465 w 1716115"/>
              <a:gd name="connsiteY52" fmla="*/ 0 h 1720853"/>
              <a:gd name="connsiteX53" fmla="*/ 933823 w 1716115"/>
              <a:gd name="connsiteY53" fmla="*/ 0 h 1720853"/>
              <a:gd name="connsiteX54" fmla="*/ 950810 w 1716115"/>
              <a:gd name="connsiteY54" fmla="*/ 0 h 1720853"/>
              <a:gd name="connsiteX55" fmla="*/ 1716114 w 1716115"/>
              <a:gd name="connsiteY55" fmla="*/ 767327 h 1720853"/>
              <a:gd name="connsiteX56" fmla="*/ 1716114 w 1716115"/>
              <a:gd name="connsiteY56" fmla="*/ 784366 h 1720853"/>
              <a:gd name="connsiteX57" fmla="*/ 1716114 w 1716115"/>
              <a:gd name="connsiteY57" fmla="*/ 784451 h 1720853"/>
              <a:gd name="connsiteX58" fmla="*/ 933823 w 1716115"/>
              <a:gd name="connsiteY58" fmla="*/ 0 h 1720853"/>
              <a:gd name="connsiteX59" fmla="*/ 1027262 w 1716115"/>
              <a:gd name="connsiteY59" fmla="*/ 0 h 1720853"/>
              <a:gd name="connsiteX60" fmla="*/ 1044254 w 1716115"/>
              <a:gd name="connsiteY60" fmla="*/ 0 h 1720853"/>
              <a:gd name="connsiteX61" fmla="*/ 1716110 w 1716115"/>
              <a:gd name="connsiteY61" fmla="*/ 673716 h 1720853"/>
              <a:gd name="connsiteX62" fmla="*/ 1716110 w 1716115"/>
              <a:gd name="connsiteY62" fmla="*/ 690750 h 1720853"/>
              <a:gd name="connsiteX63" fmla="*/ 1027262 w 1716115"/>
              <a:gd name="connsiteY63" fmla="*/ 0 h 1720853"/>
              <a:gd name="connsiteX64" fmla="*/ 1120625 w 1716115"/>
              <a:gd name="connsiteY64" fmla="*/ 0 h 1720853"/>
              <a:gd name="connsiteX65" fmla="*/ 1137612 w 1716115"/>
              <a:gd name="connsiteY65" fmla="*/ 0 h 1720853"/>
              <a:gd name="connsiteX66" fmla="*/ 1716115 w 1716115"/>
              <a:gd name="connsiteY66" fmla="*/ 580100 h 1720853"/>
              <a:gd name="connsiteX67" fmla="*/ 1716115 w 1716115"/>
              <a:gd name="connsiteY67" fmla="*/ 597134 h 1720853"/>
              <a:gd name="connsiteX68" fmla="*/ 1120625 w 1716115"/>
              <a:gd name="connsiteY68" fmla="*/ 0 h 1720853"/>
              <a:gd name="connsiteX69" fmla="*/ 1213978 w 1716115"/>
              <a:gd name="connsiteY69" fmla="*/ 0 h 1720853"/>
              <a:gd name="connsiteX70" fmla="*/ 1230965 w 1716115"/>
              <a:gd name="connsiteY70" fmla="*/ 0 h 1720853"/>
              <a:gd name="connsiteX71" fmla="*/ 1716109 w 1716115"/>
              <a:gd name="connsiteY71" fmla="*/ 486398 h 1720853"/>
              <a:gd name="connsiteX72" fmla="*/ 1716109 w 1716115"/>
              <a:gd name="connsiteY72" fmla="*/ 503437 h 1720853"/>
              <a:gd name="connsiteX73" fmla="*/ 1716109 w 1716115"/>
              <a:gd name="connsiteY73" fmla="*/ 503523 h 1720853"/>
              <a:gd name="connsiteX74" fmla="*/ 1213978 w 1716115"/>
              <a:gd name="connsiteY74" fmla="*/ 0 h 1720853"/>
              <a:gd name="connsiteX75" fmla="*/ 1307422 w 1716115"/>
              <a:gd name="connsiteY75" fmla="*/ 0 h 1720853"/>
              <a:gd name="connsiteX76" fmla="*/ 1324414 w 1716115"/>
              <a:gd name="connsiteY76" fmla="*/ 0 h 1720853"/>
              <a:gd name="connsiteX77" fmla="*/ 1716115 w 1716115"/>
              <a:gd name="connsiteY77" fmla="*/ 392784 h 1720853"/>
              <a:gd name="connsiteX78" fmla="*/ 1716115 w 1716115"/>
              <a:gd name="connsiteY78" fmla="*/ 409821 h 1720853"/>
              <a:gd name="connsiteX79" fmla="*/ 1307422 w 1716115"/>
              <a:gd name="connsiteY79" fmla="*/ 0 h 1720853"/>
              <a:gd name="connsiteX80" fmla="*/ 1400775 w 1716115"/>
              <a:gd name="connsiteY80" fmla="*/ 0 h 1720853"/>
              <a:gd name="connsiteX81" fmla="*/ 1417762 w 1716115"/>
              <a:gd name="connsiteY81" fmla="*/ 0 h 1720853"/>
              <a:gd name="connsiteX82" fmla="*/ 1716109 w 1716115"/>
              <a:gd name="connsiteY82" fmla="*/ 299170 h 1720853"/>
              <a:gd name="connsiteX83" fmla="*/ 1716109 w 1716115"/>
              <a:gd name="connsiteY83" fmla="*/ 316207 h 1720853"/>
              <a:gd name="connsiteX84" fmla="*/ 1400775 w 1716115"/>
              <a:gd name="connsiteY84" fmla="*/ 0 h 1720853"/>
              <a:gd name="connsiteX85" fmla="*/ 1494133 w 1716115"/>
              <a:gd name="connsiteY85" fmla="*/ 0 h 1720853"/>
              <a:gd name="connsiteX86" fmla="*/ 1511120 w 1716115"/>
              <a:gd name="connsiteY86" fmla="*/ 0 h 1720853"/>
              <a:gd name="connsiteX87" fmla="*/ 1716109 w 1716115"/>
              <a:gd name="connsiteY87" fmla="*/ 205556 h 1720853"/>
              <a:gd name="connsiteX88" fmla="*/ 1716109 w 1716115"/>
              <a:gd name="connsiteY88" fmla="*/ 222592 h 1720853"/>
              <a:gd name="connsiteX89" fmla="*/ 1494133 w 1716115"/>
              <a:gd name="connsiteY89" fmla="*/ 0 h 17208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Lst>
            <a:rect l="l" t="t" r="r" b="b"/>
            <a:pathLst>
              <a:path w="1716115" h="1720853">
                <a:moveTo>
                  <a:pt x="93358" y="0"/>
                </a:moveTo>
                <a:lnTo>
                  <a:pt x="110348" y="0"/>
                </a:lnTo>
                <a:cubicBezTo>
                  <a:pt x="110348" y="887874"/>
                  <a:pt x="830686" y="1610112"/>
                  <a:pt x="1716029" y="1610112"/>
                </a:cubicBezTo>
                <a:lnTo>
                  <a:pt x="1716029" y="1627151"/>
                </a:lnTo>
                <a:lnTo>
                  <a:pt x="1716115" y="1627237"/>
                </a:lnTo>
                <a:cubicBezTo>
                  <a:pt x="821334" y="1627237"/>
                  <a:pt x="93358" y="897252"/>
                  <a:pt x="93358" y="0"/>
                </a:cubicBezTo>
                <a:close/>
                <a:moveTo>
                  <a:pt x="0" y="0"/>
                </a:moveTo>
                <a:lnTo>
                  <a:pt x="16989" y="0"/>
                </a:lnTo>
                <a:cubicBezTo>
                  <a:pt x="16989" y="939499"/>
                  <a:pt x="779202" y="1703814"/>
                  <a:pt x="1716114" y="1703814"/>
                </a:cubicBezTo>
                <a:lnTo>
                  <a:pt x="1716114" y="1720853"/>
                </a:lnTo>
                <a:cubicBezTo>
                  <a:pt x="769850" y="1720853"/>
                  <a:pt x="0" y="948877"/>
                  <a:pt x="0" y="0"/>
                </a:cubicBezTo>
                <a:close/>
                <a:moveTo>
                  <a:pt x="186798" y="0"/>
                </a:moveTo>
                <a:lnTo>
                  <a:pt x="203788" y="0"/>
                </a:lnTo>
                <a:cubicBezTo>
                  <a:pt x="203788" y="836248"/>
                  <a:pt x="882254" y="1516501"/>
                  <a:pt x="1716109" y="1516501"/>
                </a:cubicBezTo>
                <a:lnTo>
                  <a:pt x="1716109" y="1533535"/>
                </a:lnTo>
                <a:cubicBezTo>
                  <a:pt x="872812" y="1533535"/>
                  <a:pt x="186798" y="845626"/>
                  <a:pt x="186798" y="0"/>
                </a:cubicBezTo>
                <a:close/>
                <a:moveTo>
                  <a:pt x="280155" y="0"/>
                </a:moveTo>
                <a:lnTo>
                  <a:pt x="297145" y="0"/>
                </a:lnTo>
                <a:cubicBezTo>
                  <a:pt x="297145" y="784537"/>
                  <a:pt x="933652" y="1422885"/>
                  <a:pt x="1716114" y="1422885"/>
                </a:cubicBezTo>
                <a:lnTo>
                  <a:pt x="1716114" y="1439924"/>
                </a:lnTo>
                <a:cubicBezTo>
                  <a:pt x="924300" y="1439924"/>
                  <a:pt x="280155" y="794001"/>
                  <a:pt x="280155" y="0"/>
                </a:cubicBezTo>
                <a:close/>
                <a:moveTo>
                  <a:pt x="373512" y="0"/>
                </a:moveTo>
                <a:lnTo>
                  <a:pt x="390502" y="0"/>
                </a:lnTo>
                <a:cubicBezTo>
                  <a:pt x="390502" y="732911"/>
                  <a:pt x="985135" y="1329184"/>
                  <a:pt x="1716029" y="1329184"/>
                </a:cubicBezTo>
                <a:lnTo>
                  <a:pt x="1716029" y="1346223"/>
                </a:lnTo>
                <a:lnTo>
                  <a:pt x="1716114" y="1346308"/>
                </a:lnTo>
                <a:cubicBezTo>
                  <a:pt x="975783" y="1346308"/>
                  <a:pt x="373512" y="742375"/>
                  <a:pt x="373512" y="0"/>
                </a:cubicBezTo>
                <a:close/>
                <a:moveTo>
                  <a:pt x="466953" y="0"/>
                </a:moveTo>
                <a:lnTo>
                  <a:pt x="483944" y="0"/>
                </a:lnTo>
                <a:cubicBezTo>
                  <a:pt x="483944" y="681286"/>
                  <a:pt x="1036704" y="1235573"/>
                  <a:pt x="1716110" y="1235573"/>
                </a:cubicBezTo>
                <a:lnTo>
                  <a:pt x="1716110" y="1252607"/>
                </a:lnTo>
                <a:cubicBezTo>
                  <a:pt x="1027347" y="1252607"/>
                  <a:pt x="466953" y="690664"/>
                  <a:pt x="466953" y="0"/>
                </a:cubicBezTo>
                <a:close/>
                <a:moveTo>
                  <a:pt x="560310" y="0"/>
                </a:moveTo>
                <a:lnTo>
                  <a:pt x="577297" y="0"/>
                </a:lnTo>
                <a:cubicBezTo>
                  <a:pt x="577297" y="629660"/>
                  <a:pt x="1088188" y="1141957"/>
                  <a:pt x="1716109" y="1141957"/>
                </a:cubicBezTo>
                <a:lnTo>
                  <a:pt x="1716109" y="1158991"/>
                </a:lnTo>
                <a:cubicBezTo>
                  <a:pt x="1078835" y="1158991"/>
                  <a:pt x="560310" y="639038"/>
                  <a:pt x="560310" y="0"/>
                </a:cubicBezTo>
                <a:close/>
                <a:moveTo>
                  <a:pt x="653668" y="0"/>
                </a:moveTo>
                <a:lnTo>
                  <a:pt x="670655" y="0"/>
                </a:lnTo>
                <a:cubicBezTo>
                  <a:pt x="670655" y="578035"/>
                  <a:pt x="1139586" y="1048255"/>
                  <a:pt x="1716029" y="1048255"/>
                </a:cubicBezTo>
                <a:lnTo>
                  <a:pt x="1716029" y="1065294"/>
                </a:lnTo>
                <a:lnTo>
                  <a:pt x="1716114" y="1065380"/>
                </a:lnTo>
                <a:cubicBezTo>
                  <a:pt x="1130319" y="1065380"/>
                  <a:pt x="653668" y="587499"/>
                  <a:pt x="653668" y="0"/>
                </a:cubicBezTo>
                <a:close/>
                <a:moveTo>
                  <a:pt x="747112" y="0"/>
                </a:moveTo>
                <a:lnTo>
                  <a:pt x="764104" y="0"/>
                </a:lnTo>
                <a:cubicBezTo>
                  <a:pt x="764104" y="526409"/>
                  <a:pt x="1191155" y="954644"/>
                  <a:pt x="1716115" y="954644"/>
                </a:cubicBezTo>
                <a:lnTo>
                  <a:pt x="1716115" y="971678"/>
                </a:lnTo>
                <a:cubicBezTo>
                  <a:pt x="1181802" y="971678"/>
                  <a:pt x="747112" y="535787"/>
                  <a:pt x="747112" y="0"/>
                </a:cubicBezTo>
                <a:close/>
                <a:moveTo>
                  <a:pt x="840465" y="0"/>
                </a:moveTo>
                <a:lnTo>
                  <a:pt x="857452" y="0"/>
                </a:lnTo>
                <a:cubicBezTo>
                  <a:pt x="857452" y="474783"/>
                  <a:pt x="1242638" y="861028"/>
                  <a:pt x="1716109" y="861028"/>
                </a:cubicBezTo>
                <a:lnTo>
                  <a:pt x="1716109" y="878062"/>
                </a:lnTo>
                <a:cubicBezTo>
                  <a:pt x="1233281" y="878062"/>
                  <a:pt x="840465" y="484162"/>
                  <a:pt x="840465" y="0"/>
                </a:cubicBezTo>
                <a:close/>
                <a:moveTo>
                  <a:pt x="933823" y="0"/>
                </a:moveTo>
                <a:lnTo>
                  <a:pt x="950810" y="0"/>
                </a:lnTo>
                <a:cubicBezTo>
                  <a:pt x="950810" y="423157"/>
                  <a:pt x="1294121" y="767327"/>
                  <a:pt x="1716114" y="767327"/>
                </a:cubicBezTo>
                <a:lnTo>
                  <a:pt x="1716114" y="784366"/>
                </a:lnTo>
                <a:lnTo>
                  <a:pt x="1716114" y="784451"/>
                </a:lnTo>
                <a:cubicBezTo>
                  <a:pt x="1284769" y="784451"/>
                  <a:pt x="933823" y="432536"/>
                  <a:pt x="933823" y="0"/>
                </a:cubicBezTo>
                <a:close/>
                <a:moveTo>
                  <a:pt x="1027262" y="0"/>
                </a:moveTo>
                <a:lnTo>
                  <a:pt x="1044254" y="0"/>
                </a:lnTo>
                <a:cubicBezTo>
                  <a:pt x="1044254" y="371532"/>
                  <a:pt x="1345685" y="673716"/>
                  <a:pt x="1716110" y="673716"/>
                </a:cubicBezTo>
                <a:lnTo>
                  <a:pt x="1716110" y="690750"/>
                </a:lnTo>
                <a:cubicBezTo>
                  <a:pt x="1336248" y="690750"/>
                  <a:pt x="1027262" y="380824"/>
                  <a:pt x="1027262" y="0"/>
                </a:cubicBezTo>
                <a:close/>
                <a:moveTo>
                  <a:pt x="1120625" y="0"/>
                </a:moveTo>
                <a:lnTo>
                  <a:pt x="1137612" y="0"/>
                </a:lnTo>
                <a:cubicBezTo>
                  <a:pt x="1137612" y="319820"/>
                  <a:pt x="1397088" y="580100"/>
                  <a:pt x="1716115" y="580100"/>
                </a:cubicBezTo>
                <a:lnTo>
                  <a:pt x="1716115" y="597134"/>
                </a:lnTo>
                <a:cubicBezTo>
                  <a:pt x="1387736" y="597134"/>
                  <a:pt x="1120625" y="329285"/>
                  <a:pt x="1120625" y="0"/>
                </a:cubicBezTo>
                <a:close/>
                <a:moveTo>
                  <a:pt x="1213978" y="0"/>
                </a:moveTo>
                <a:lnTo>
                  <a:pt x="1230965" y="0"/>
                </a:lnTo>
                <a:cubicBezTo>
                  <a:pt x="1230965" y="268195"/>
                  <a:pt x="1448571" y="486398"/>
                  <a:pt x="1716109" y="486398"/>
                </a:cubicBezTo>
                <a:lnTo>
                  <a:pt x="1716109" y="503437"/>
                </a:lnTo>
                <a:lnTo>
                  <a:pt x="1716109" y="503523"/>
                </a:lnTo>
                <a:cubicBezTo>
                  <a:pt x="1439214" y="503523"/>
                  <a:pt x="1213978" y="277659"/>
                  <a:pt x="1213978" y="0"/>
                </a:cubicBezTo>
                <a:close/>
                <a:moveTo>
                  <a:pt x="1307422" y="0"/>
                </a:moveTo>
                <a:lnTo>
                  <a:pt x="1324414" y="0"/>
                </a:lnTo>
                <a:cubicBezTo>
                  <a:pt x="1324414" y="216569"/>
                  <a:pt x="1500141" y="392784"/>
                  <a:pt x="1716115" y="392784"/>
                </a:cubicBezTo>
                <a:lnTo>
                  <a:pt x="1716115" y="409821"/>
                </a:lnTo>
                <a:cubicBezTo>
                  <a:pt x="1490703" y="409821"/>
                  <a:pt x="1307422" y="225948"/>
                  <a:pt x="1307422" y="0"/>
                </a:cubicBezTo>
                <a:close/>
                <a:moveTo>
                  <a:pt x="1400775" y="0"/>
                </a:moveTo>
                <a:lnTo>
                  <a:pt x="1417762" y="0"/>
                </a:lnTo>
                <a:cubicBezTo>
                  <a:pt x="1417762" y="164944"/>
                  <a:pt x="1551619" y="299170"/>
                  <a:pt x="1716109" y="299170"/>
                </a:cubicBezTo>
                <a:lnTo>
                  <a:pt x="1716109" y="316207"/>
                </a:lnTo>
                <a:cubicBezTo>
                  <a:pt x="1542266" y="316207"/>
                  <a:pt x="1400775" y="174322"/>
                  <a:pt x="1400775" y="0"/>
                </a:cubicBezTo>
                <a:close/>
                <a:moveTo>
                  <a:pt x="1494133" y="0"/>
                </a:moveTo>
                <a:lnTo>
                  <a:pt x="1511120" y="0"/>
                </a:lnTo>
                <a:cubicBezTo>
                  <a:pt x="1511120" y="113318"/>
                  <a:pt x="1603017" y="205556"/>
                  <a:pt x="1716109" y="205556"/>
                </a:cubicBezTo>
                <a:lnTo>
                  <a:pt x="1716109" y="222592"/>
                </a:lnTo>
                <a:cubicBezTo>
                  <a:pt x="1593750" y="222592"/>
                  <a:pt x="1494133" y="122783"/>
                  <a:pt x="1494133" y="0"/>
                </a:cubicBezTo>
                <a:close/>
              </a:path>
            </a:pathLst>
          </a:custGeom>
          <a:solidFill>
            <a:schemeClr val="bg1">
              <a:alpha val="99000"/>
            </a:schemeClr>
          </a:solidFill>
          <a:ln w="4723" cap="flat">
            <a:noFill/>
            <a:prstDash val="solid"/>
            <a:miter/>
          </a:ln>
        </p:spPr>
        <p:txBody>
          <a:bodyPr rtlCol="0" anchor="ctr"/>
          <a:lstStyle/>
          <a:p>
            <a:endParaRPr lang="en-US"/>
          </a:p>
        </p:txBody>
      </p:sp>
      <p:sp>
        <p:nvSpPr>
          <p:cNvPr id="17" name="Image 5">
            <a:extLst>
              <a:ext uri="{FF2B5EF4-FFF2-40B4-BE49-F238E27FC236}">
                <a16:creationId xmlns:a16="http://schemas.microsoft.com/office/drawing/2014/main" id="{B9036D42-A06F-E6EE-BB91-8BAF045198BE}"/>
              </a:ext>
              <a:ext uri="{C183D7F6-B498-43B3-948B-1728B52AA6E4}">
                <adec:decorative xmlns:adec="http://schemas.microsoft.com/office/drawing/2017/decorative" val="1"/>
              </a:ext>
            </a:extLst>
          </p:cNvPr>
          <p:cNvSpPr/>
          <p:nvPr userDrawn="1"/>
        </p:nvSpPr>
        <p:spPr>
          <a:xfrm>
            <a:off x="-5568" y="3440504"/>
            <a:ext cx="3443288" cy="3448050"/>
          </a:xfrm>
          <a:custGeom>
            <a:avLst/>
            <a:gdLst>
              <a:gd name="connsiteX0" fmla="*/ 1721644 w 3443288"/>
              <a:gd name="connsiteY0" fmla="*/ 3448051 h 3448050"/>
              <a:gd name="connsiteX1" fmla="*/ 3443288 w 3443288"/>
              <a:gd name="connsiteY1" fmla="*/ 1724025 h 3448050"/>
              <a:gd name="connsiteX2" fmla="*/ 1721644 w 3443288"/>
              <a:gd name="connsiteY2" fmla="*/ 0 h 3448050"/>
              <a:gd name="connsiteX3" fmla="*/ 0 w 3443288"/>
              <a:gd name="connsiteY3" fmla="*/ 1724025 h 3448050"/>
              <a:gd name="connsiteX4" fmla="*/ 1721644 w 3443288"/>
              <a:gd name="connsiteY4" fmla="*/ 3448051 h 3448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43288" h="3448050">
                <a:moveTo>
                  <a:pt x="1721644" y="3448051"/>
                </a:moveTo>
                <a:cubicBezTo>
                  <a:pt x="2672482" y="3448051"/>
                  <a:pt x="3443288" y="2676178"/>
                  <a:pt x="3443288" y="1724025"/>
                </a:cubicBezTo>
                <a:cubicBezTo>
                  <a:pt x="3443288" y="771873"/>
                  <a:pt x="2672482" y="0"/>
                  <a:pt x="1721644" y="0"/>
                </a:cubicBezTo>
                <a:cubicBezTo>
                  <a:pt x="770806" y="0"/>
                  <a:pt x="0" y="771873"/>
                  <a:pt x="0" y="1724025"/>
                </a:cubicBezTo>
                <a:cubicBezTo>
                  <a:pt x="0" y="2676178"/>
                  <a:pt x="770806" y="3448051"/>
                  <a:pt x="1721644" y="3448051"/>
                </a:cubicBezTo>
                <a:close/>
              </a:path>
            </a:pathLst>
          </a:custGeom>
          <a:solidFill>
            <a:schemeClr val="accent6"/>
          </a:solidFill>
          <a:ln w="4756" cap="flat">
            <a:noFill/>
            <a:prstDash val="solid"/>
            <a:miter/>
          </a:ln>
        </p:spPr>
        <p:txBody>
          <a:bodyPr rtlCol="0" anchor="ctr">
            <a:noAutofit/>
          </a:bodyPr>
          <a:lstStyle/>
          <a:p>
            <a:endParaRPr lang="en-US"/>
          </a:p>
        </p:txBody>
      </p:sp>
      <p:pic>
        <p:nvPicPr>
          <p:cNvPr id="19" name="Image 6">
            <a:extLst>
              <a:ext uri="{FF2B5EF4-FFF2-40B4-BE49-F238E27FC236}">
                <a16:creationId xmlns:a16="http://schemas.microsoft.com/office/drawing/2014/main" id="{86E0540C-3355-A50D-AC61-047B54B70C64}"/>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1718457" y="3440504"/>
            <a:ext cx="1719263" cy="1724025"/>
          </a:xfrm>
          <a:prstGeom prst="rect">
            <a:avLst/>
          </a:prstGeom>
        </p:spPr>
      </p:pic>
      <p:sp>
        <p:nvSpPr>
          <p:cNvPr id="16" name="Slide Number Placeholder 2">
            <a:extLst>
              <a:ext uri="{FF2B5EF4-FFF2-40B4-BE49-F238E27FC236}">
                <a16:creationId xmlns:a16="http://schemas.microsoft.com/office/drawing/2014/main" id="{B00F713C-1CC6-5879-0410-95F179D56AD2}"/>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sp>
        <p:nvSpPr>
          <p:cNvPr id="2" name="Content Placeholder 2">
            <a:extLst>
              <a:ext uri="{FF2B5EF4-FFF2-40B4-BE49-F238E27FC236}">
                <a16:creationId xmlns:a16="http://schemas.microsoft.com/office/drawing/2014/main" id="{8E40D3F2-4A7A-F909-AC98-0B402B26776E}"/>
              </a:ext>
            </a:extLst>
          </p:cNvPr>
          <p:cNvSpPr>
            <a:spLocks noGrp="1"/>
          </p:cNvSpPr>
          <p:nvPr>
            <p:ph idx="11" hasCustomPrompt="1"/>
          </p:nvPr>
        </p:nvSpPr>
        <p:spPr>
          <a:xfrm>
            <a:off x="4364808" y="3808750"/>
            <a:ext cx="7043618" cy="2233233"/>
          </a:xfrm>
        </p:spPr>
        <p:txBody>
          <a:bodyPr lIns="91440" tIns="0" rIns="9144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a:t>Click to add text</a:t>
            </a:r>
          </a:p>
          <a:p>
            <a:pPr lvl="1"/>
            <a:r>
              <a:rPr lang="en-US"/>
              <a:t>Second level</a:t>
            </a:r>
          </a:p>
          <a:p>
            <a:pPr lvl="2"/>
            <a:r>
              <a:rPr lang="en-US"/>
              <a:t>Third level</a:t>
            </a:r>
          </a:p>
        </p:txBody>
      </p:sp>
    </p:spTree>
    <p:extLst>
      <p:ext uri="{BB962C8B-B14F-4D97-AF65-F5344CB8AC3E}">
        <p14:creationId xmlns:p14="http://schemas.microsoft.com/office/powerpoint/2010/main" val="3116296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mparison 4">
    <p:spTree>
      <p:nvGrpSpPr>
        <p:cNvPr id="1" name=""/>
        <p:cNvGrpSpPr/>
        <p:nvPr/>
      </p:nvGrpSpPr>
      <p:grpSpPr>
        <a:xfrm>
          <a:off x="0" y="0"/>
          <a:ext cx="0" cy="0"/>
          <a:chOff x="0" y="0"/>
          <a:chExt cx="0" cy="0"/>
        </a:xfrm>
      </p:grpSpPr>
      <p:sp>
        <p:nvSpPr>
          <p:cNvPr id="27" name="Freeform 26">
            <a:extLst>
              <a:ext uri="{FF2B5EF4-FFF2-40B4-BE49-F238E27FC236}">
                <a16:creationId xmlns:a16="http://schemas.microsoft.com/office/drawing/2014/main" id="{3C7B0BB3-A5CA-7C72-DC39-AD00EC90964C}"/>
              </a:ext>
              <a:ext uri="{C183D7F6-B498-43B3-948B-1728B52AA6E4}">
                <adec:decorative xmlns:adec="http://schemas.microsoft.com/office/drawing/2017/decorative" val="1"/>
              </a:ext>
            </a:extLst>
          </p:cNvPr>
          <p:cNvSpPr/>
          <p:nvPr userDrawn="1"/>
        </p:nvSpPr>
        <p:spPr>
          <a:xfrm>
            <a:off x="8989454" y="3427336"/>
            <a:ext cx="3202546" cy="3430665"/>
          </a:xfrm>
          <a:custGeom>
            <a:avLst/>
            <a:gdLst>
              <a:gd name="connsiteX0" fmla="*/ 0 w 3202546"/>
              <a:gd name="connsiteY0" fmla="*/ 0 h 3430665"/>
              <a:gd name="connsiteX1" fmla="*/ 3202546 w 3202546"/>
              <a:gd name="connsiteY1" fmla="*/ 0 h 3430665"/>
              <a:gd name="connsiteX2" fmla="*/ 3202546 w 3202546"/>
              <a:gd name="connsiteY2" fmla="*/ 3430665 h 3430665"/>
              <a:gd name="connsiteX3" fmla="*/ 0 w 3202546"/>
              <a:gd name="connsiteY3" fmla="*/ 3430665 h 3430665"/>
            </a:gdLst>
            <a:ahLst/>
            <a:cxnLst>
              <a:cxn ang="0">
                <a:pos x="connsiteX0" y="connsiteY0"/>
              </a:cxn>
              <a:cxn ang="0">
                <a:pos x="connsiteX1" y="connsiteY1"/>
              </a:cxn>
              <a:cxn ang="0">
                <a:pos x="connsiteX2" y="connsiteY2"/>
              </a:cxn>
              <a:cxn ang="0">
                <a:pos x="connsiteX3" y="connsiteY3"/>
              </a:cxn>
            </a:cxnLst>
            <a:rect l="l" t="t" r="r" b="b"/>
            <a:pathLst>
              <a:path w="3202546" h="3430665">
                <a:moveTo>
                  <a:pt x="0" y="0"/>
                </a:moveTo>
                <a:lnTo>
                  <a:pt x="3202546" y="0"/>
                </a:lnTo>
                <a:lnTo>
                  <a:pt x="3202546" y="3430665"/>
                </a:lnTo>
                <a:lnTo>
                  <a:pt x="0" y="3430665"/>
                </a:ln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8" name="Freeform 17">
            <a:extLst>
              <a:ext uri="{FF2B5EF4-FFF2-40B4-BE49-F238E27FC236}">
                <a16:creationId xmlns:a16="http://schemas.microsoft.com/office/drawing/2014/main" id="{07871527-68A5-0A5C-F5A6-A80523BAC92F}"/>
              </a:ext>
              <a:ext uri="{C183D7F6-B498-43B3-948B-1728B52AA6E4}">
                <adec:decorative xmlns:adec="http://schemas.microsoft.com/office/drawing/2017/decorative" val="1"/>
              </a:ext>
            </a:extLst>
          </p:cNvPr>
          <p:cNvSpPr/>
          <p:nvPr userDrawn="1"/>
        </p:nvSpPr>
        <p:spPr>
          <a:xfrm>
            <a:off x="8989454" y="3654149"/>
            <a:ext cx="3202546" cy="3203852"/>
          </a:xfrm>
          <a:custGeom>
            <a:avLst/>
            <a:gdLst>
              <a:gd name="connsiteX0" fmla="*/ 3202546 w 3202546"/>
              <a:gd name="connsiteY0" fmla="*/ 0 h 3203852"/>
              <a:gd name="connsiteX1" fmla="*/ 3202546 w 3202546"/>
              <a:gd name="connsiteY1" fmla="*/ 3203852 h 3203852"/>
              <a:gd name="connsiteX2" fmla="*/ 0 w 3202546"/>
              <a:gd name="connsiteY2" fmla="*/ 3203852 h 3203852"/>
              <a:gd name="connsiteX3" fmla="*/ 0 w 3202546"/>
              <a:gd name="connsiteY3" fmla="*/ 3190718 h 3203852"/>
            </a:gdLst>
            <a:ahLst/>
            <a:cxnLst>
              <a:cxn ang="0">
                <a:pos x="connsiteX0" y="connsiteY0"/>
              </a:cxn>
              <a:cxn ang="0">
                <a:pos x="connsiteX1" y="connsiteY1"/>
              </a:cxn>
              <a:cxn ang="0">
                <a:pos x="connsiteX2" y="connsiteY2"/>
              </a:cxn>
              <a:cxn ang="0">
                <a:pos x="connsiteX3" y="connsiteY3"/>
              </a:cxn>
            </a:cxnLst>
            <a:rect l="l" t="t" r="r" b="b"/>
            <a:pathLst>
              <a:path w="3202546" h="3203852">
                <a:moveTo>
                  <a:pt x="3202546" y="0"/>
                </a:moveTo>
                <a:lnTo>
                  <a:pt x="3202546" y="3203852"/>
                </a:lnTo>
                <a:lnTo>
                  <a:pt x="0" y="3203852"/>
                </a:lnTo>
                <a:lnTo>
                  <a:pt x="0" y="3190718"/>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4" name="Freeform 13">
            <a:extLst>
              <a:ext uri="{FF2B5EF4-FFF2-40B4-BE49-F238E27FC236}">
                <a16:creationId xmlns:a16="http://schemas.microsoft.com/office/drawing/2014/main" id="{CEB118B3-9B06-AD11-738A-7A0651F98B7E}"/>
              </a:ext>
              <a:ext uri="{C183D7F6-B498-43B3-948B-1728B52AA6E4}">
                <adec:decorative xmlns:adec="http://schemas.microsoft.com/office/drawing/2017/decorative" val="1"/>
              </a:ext>
            </a:extLst>
          </p:cNvPr>
          <p:cNvSpPr/>
          <p:nvPr userDrawn="1"/>
        </p:nvSpPr>
        <p:spPr>
          <a:xfrm>
            <a:off x="8989455" y="1"/>
            <a:ext cx="3202545" cy="3437345"/>
          </a:xfrm>
          <a:custGeom>
            <a:avLst/>
            <a:gdLst>
              <a:gd name="connsiteX0" fmla="*/ 0 w 3202545"/>
              <a:gd name="connsiteY0" fmla="*/ 0 h 3437345"/>
              <a:gd name="connsiteX1" fmla="*/ 3202545 w 3202545"/>
              <a:gd name="connsiteY1" fmla="*/ 0 h 3437345"/>
              <a:gd name="connsiteX2" fmla="*/ 3202545 w 3202545"/>
              <a:gd name="connsiteY2" fmla="*/ 3437345 h 3437345"/>
              <a:gd name="connsiteX3" fmla="*/ 0 w 3202545"/>
              <a:gd name="connsiteY3" fmla="*/ 3437345 h 3437345"/>
            </a:gdLst>
            <a:ahLst/>
            <a:cxnLst>
              <a:cxn ang="0">
                <a:pos x="connsiteX0" y="connsiteY0"/>
              </a:cxn>
              <a:cxn ang="0">
                <a:pos x="connsiteX1" y="connsiteY1"/>
              </a:cxn>
              <a:cxn ang="0">
                <a:pos x="connsiteX2" y="connsiteY2"/>
              </a:cxn>
              <a:cxn ang="0">
                <a:pos x="connsiteX3" y="connsiteY3"/>
              </a:cxn>
            </a:cxnLst>
            <a:rect l="l" t="t" r="r" b="b"/>
            <a:pathLst>
              <a:path w="3202545" h="3437345">
                <a:moveTo>
                  <a:pt x="0" y="0"/>
                </a:moveTo>
                <a:lnTo>
                  <a:pt x="3202545" y="0"/>
                </a:lnTo>
                <a:lnTo>
                  <a:pt x="3202545" y="3437345"/>
                </a:lnTo>
                <a:lnTo>
                  <a:pt x="0" y="3437345"/>
                </a:lnTo>
                <a:close/>
              </a:path>
            </a:pathLst>
          </a:custGeom>
          <a:solidFill>
            <a:schemeClr val="accent5"/>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16" name="Freeform 15">
            <a:extLst>
              <a:ext uri="{FF2B5EF4-FFF2-40B4-BE49-F238E27FC236}">
                <a16:creationId xmlns:a16="http://schemas.microsoft.com/office/drawing/2014/main" id="{0EA94262-504E-06F2-F383-E832C37B1250}"/>
              </a:ext>
              <a:ext uri="{C183D7F6-B498-43B3-948B-1728B52AA6E4}">
                <adec:decorative xmlns:adec="http://schemas.microsoft.com/office/drawing/2017/decorative" val="1"/>
              </a:ext>
            </a:extLst>
          </p:cNvPr>
          <p:cNvSpPr/>
          <p:nvPr userDrawn="1"/>
        </p:nvSpPr>
        <p:spPr>
          <a:xfrm>
            <a:off x="8989454" y="6681"/>
            <a:ext cx="3202546" cy="3436477"/>
          </a:xfrm>
          <a:custGeom>
            <a:avLst/>
            <a:gdLst>
              <a:gd name="connsiteX0" fmla="*/ 0 w 3202546"/>
              <a:gd name="connsiteY0" fmla="*/ 0 h 3436477"/>
              <a:gd name="connsiteX1" fmla="*/ 3202546 w 3202546"/>
              <a:gd name="connsiteY1" fmla="*/ 3214418 h 3436477"/>
              <a:gd name="connsiteX2" fmla="*/ 3202546 w 3202546"/>
              <a:gd name="connsiteY2" fmla="*/ 3436477 h 3436477"/>
              <a:gd name="connsiteX3" fmla="*/ 0 w 3202546"/>
              <a:gd name="connsiteY3" fmla="*/ 3436477 h 3436477"/>
            </a:gdLst>
            <a:ahLst/>
            <a:cxnLst>
              <a:cxn ang="0">
                <a:pos x="connsiteX0" y="connsiteY0"/>
              </a:cxn>
              <a:cxn ang="0">
                <a:pos x="connsiteX1" y="connsiteY1"/>
              </a:cxn>
              <a:cxn ang="0">
                <a:pos x="connsiteX2" y="connsiteY2"/>
              </a:cxn>
              <a:cxn ang="0">
                <a:pos x="connsiteX3" y="connsiteY3"/>
              </a:cxn>
            </a:cxnLst>
            <a:rect l="l" t="t" r="r" b="b"/>
            <a:pathLst>
              <a:path w="3202546" h="3436477">
                <a:moveTo>
                  <a:pt x="0" y="0"/>
                </a:moveTo>
                <a:lnTo>
                  <a:pt x="3202546" y="3214418"/>
                </a:lnTo>
                <a:lnTo>
                  <a:pt x="3202546" y="3436477"/>
                </a:lnTo>
                <a:lnTo>
                  <a:pt x="0" y="343647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0" name="Title 19">
            <a:extLst>
              <a:ext uri="{FF2B5EF4-FFF2-40B4-BE49-F238E27FC236}">
                <a16:creationId xmlns:a16="http://schemas.microsoft.com/office/drawing/2014/main" id="{C26B5661-F583-FA44-8353-161B862E69B1}"/>
              </a:ext>
            </a:extLst>
          </p:cNvPr>
          <p:cNvSpPr>
            <a:spLocks noGrp="1"/>
          </p:cNvSpPr>
          <p:nvPr userDrawn="1">
            <p:ph type="title" hasCustomPrompt="1"/>
          </p:nvPr>
        </p:nvSpPr>
        <p:spPr>
          <a:xfrm>
            <a:off x="914399" y="834635"/>
            <a:ext cx="7796464" cy="1222385"/>
          </a:xfrm>
        </p:spPr>
        <p:txBody>
          <a:bodyPr tIns="0" bIns="0">
            <a:noAutofit/>
          </a:bodyPr>
          <a:lstStyle>
            <a:lvl1pPr algn="l">
              <a:lnSpc>
                <a:spcPct val="100000"/>
              </a:lnSpc>
              <a:defRPr sz="3600"/>
            </a:lvl1pPr>
          </a:lstStyle>
          <a:p>
            <a:r>
              <a:rPr lang="en-US"/>
              <a:t>Click to add title</a:t>
            </a:r>
          </a:p>
        </p:txBody>
      </p:sp>
      <p:sp>
        <p:nvSpPr>
          <p:cNvPr id="19" name="Slide Number Placeholder 2">
            <a:extLst>
              <a:ext uri="{FF2B5EF4-FFF2-40B4-BE49-F238E27FC236}">
                <a16:creationId xmlns:a16="http://schemas.microsoft.com/office/drawing/2014/main" id="{BFBCB81C-7599-87A1-8037-5FB8C374503A}"/>
              </a:ext>
            </a:extLst>
          </p:cNvPr>
          <p:cNvSpPr>
            <a:spLocks noGrp="1"/>
          </p:cNvSpPr>
          <p:nvPr userDrawn="1">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sp>
        <p:nvSpPr>
          <p:cNvPr id="23" name="Content Placeholder 3">
            <a:extLst>
              <a:ext uri="{FF2B5EF4-FFF2-40B4-BE49-F238E27FC236}">
                <a16:creationId xmlns:a16="http://schemas.microsoft.com/office/drawing/2014/main" id="{6FF02D51-6992-3FED-2A19-92E5AC564CF4}"/>
              </a:ext>
            </a:extLst>
          </p:cNvPr>
          <p:cNvSpPr>
            <a:spLocks noGrp="1"/>
          </p:cNvSpPr>
          <p:nvPr userDrawn="1">
            <p:ph sz="half" idx="2" hasCustomPrompt="1"/>
          </p:nvPr>
        </p:nvSpPr>
        <p:spPr>
          <a:xfrm>
            <a:off x="914400" y="2303028"/>
            <a:ext cx="3283119"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5" name="Content Placeholder 5">
            <a:extLst>
              <a:ext uri="{FF2B5EF4-FFF2-40B4-BE49-F238E27FC236}">
                <a16:creationId xmlns:a16="http://schemas.microsoft.com/office/drawing/2014/main" id="{C2762372-3C12-61F8-F131-E4C08A2B1735}"/>
              </a:ext>
            </a:extLst>
          </p:cNvPr>
          <p:cNvSpPr>
            <a:spLocks noGrp="1"/>
          </p:cNvSpPr>
          <p:nvPr userDrawn="1">
            <p:ph sz="quarter" idx="4" hasCustomPrompt="1"/>
          </p:nvPr>
        </p:nvSpPr>
        <p:spPr>
          <a:xfrm>
            <a:off x="4782159" y="2303028"/>
            <a:ext cx="3284951" cy="3720337"/>
          </a:xfrm>
        </p:spPr>
        <p:txBody>
          <a:bodyPr lIns="91440" tIns="0" rIns="91440" bIns="0">
            <a:normAutofit/>
          </a:bodyPr>
          <a:lstStyle>
            <a:lvl1pPr marL="0" indent="0">
              <a:spcBef>
                <a:spcPts val="1000"/>
              </a:spcBef>
              <a:buNone/>
              <a:defRPr sz="1800"/>
            </a:lvl1pPr>
            <a:lvl2pPr marL="283464" indent="-283464">
              <a:spcBef>
                <a:spcPts val="1000"/>
              </a:spcBef>
              <a:defRPr sz="1800"/>
            </a:lvl2pPr>
            <a:lvl3pPr marL="283464" indent="-283464">
              <a:spcBef>
                <a:spcPts val="1000"/>
              </a:spcBef>
              <a:defRPr sz="1800"/>
            </a:lvl3pPr>
            <a:lvl4pPr marL="283464" indent="-283464">
              <a:spcBef>
                <a:spcPts val="1000"/>
              </a:spcBef>
              <a:defRPr sz="1800"/>
            </a:lvl4pPr>
            <a:lvl5pPr marL="283464"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86733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meline 1">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400"/>
            <a:ext cx="12216063" cy="34671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965393"/>
            <a:ext cx="7631709" cy="1091627"/>
          </a:xfrm>
        </p:spPr>
        <p:txBody>
          <a:bodyPr tIns="0" bIns="0"/>
          <a:lstStyle>
            <a:lvl1pPr algn="l">
              <a:lnSpc>
                <a:spcPct val="100000"/>
              </a:lnSpc>
              <a:defRPr sz="3600">
                <a:solidFill>
                  <a:schemeClr val="accent6"/>
                </a:solidFill>
              </a:defRPr>
            </a:lvl1pPr>
          </a:lstStyle>
          <a:p>
            <a:r>
              <a:rPr lang="en-US"/>
              <a:t>Click to add title</a:t>
            </a:r>
          </a:p>
        </p:txBody>
      </p:sp>
      <p:sp>
        <p:nvSpPr>
          <p:cNvPr id="5" name="Content Placeholder 2">
            <a:extLst>
              <a:ext uri="{FF2B5EF4-FFF2-40B4-BE49-F238E27FC236}">
                <a16:creationId xmlns:a16="http://schemas.microsoft.com/office/drawing/2014/main" id="{0AADE444-940A-5A34-8C49-4F15BC33EEC7}"/>
              </a:ext>
            </a:extLst>
          </p:cNvPr>
          <p:cNvSpPr>
            <a:spLocks noGrp="1"/>
          </p:cNvSpPr>
          <p:nvPr>
            <p:ph sz="half" idx="15" hasCustomPrompt="1"/>
          </p:nvPr>
        </p:nvSpPr>
        <p:spPr>
          <a:xfrm>
            <a:off x="914400" y="2303028"/>
            <a:ext cx="3283119" cy="4144192"/>
          </a:xfrm>
        </p:spPr>
        <p:txBody>
          <a:bodyPr lIns="91440" tIns="0" rIns="91440" bIns="0">
            <a:normAutofit/>
          </a:bodyPr>
          <a:lstStyle>
            <a:lvl1pPr marL="457200" indent="-457200">
              <a:spcBef>
                <a:spcPts val="1000"/>
              </a:spcBef>
              <a:buFont typeface="+mj-lt"/>
              <a:buAutoNum type="arabicPeriod"/>
              <a:defRPr sz="1800"/>
            </a:lvl1pPr>
            <a:lvl2pPr marL="745236" indent="-342900">
              <a:spcBef>
                <a:spcPts val="1000"/>
              </a:spcBef>
              <a:buFont typeface="+mj-lt"/>
              <a:buAutoNum type="alphaLcPeriod"/>
              <a:defRPr sz="1800"/>
            </a:lvl2pPr>
            <a:lvl3pPr marL="1202436" indent="-342900">
              <a:spcBef>
                <a:spcPts val="1000"/>
              </a:spcBef>
              <a:buFont typeface="+mj-lt"/>
              <a:buAutoNum type="arabicParenR"/>
              <a:defRPr sz="1800"/>
            </a:lvl3pPr>
            <a:lvl4pPr marL="1659636" indent="-342900">
              <a:spcBef>
                <a:spcPts val="1000"/>
              </a:spcBef>
              <a:buFont typeface="+mj-lt"/>
              <a:buAutoNum type="alphaLcParenR"/>
              <a:defRPr sz="1800"/>
            </a:lvl4pPr>
            <a:lvl5pPr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p:txBody>
      </p:sp>
      <p:sp>
        <p:nvSpPr>
          <p:cNvPr id="3" name="Content Placeholder 2">
            <a:extLst>
              <a:ext uri="{FF2B5EF4-FFF2-40B4-BE49-F238E27FC236}">
                <a16:creationId xmlns:a16="http://schemas.microsoft.com/office/drawing/2014/main" id="{97A79FCB-9A9F-6B60-A95C-FCF020598DE3}"/>
              </a:ext>
            </a:extLst>
          </p:cNvPr>
          <p:cNvSpPr>
            <a:spLocks noGrp="1"/>
          </p:cNvSpPr>
          <p:nvPr>
            <p:ph sz="half" idx="1" hasCustomPrompt="1"/>
          </p:nvPr>
        </p:nvSpPr>
        <p:spPr>
          <a:xfrm>
            <a:off x="4782159" y="2303028"/>
            <a:ext cx="3763950" cy="4144192"/>
          </a:xfrm>
        </p:spPr>
        <p:txBody>
          <a:bodyPr lIns="91440" tIns="0" rIns="91440" bIns="0">
            <a:normAutofit/>
          </a:bodyPr>
          <a:lstStyle>
            <a:lvl1pPr marL="0" indent="0">
              <a:spcBef>
                <a:spcPts val="1000"/>
              </a:spcBef>
              <a:buNone/>
              <a:defRPr sz="1800"/>
            </a:lvl1pPr>
            <a:lvl2pPr indent="-283464">
              <a:spcBef>
                <a:spcPts val="1000"/>
              </a:spcBef>
              <a:defRPr sz="1800"/>
            </a:lvl2pPr>
            <a:lvl3pPr indent="-283464">
              <a:spcBef>
                <a:spcPts val="1000"/>
              </a:spcBef>
              <a:defRPr sz="1800"/>
            </a:lvl3pPr>
            <a:lvl4pPr indent="-283464">
              <a:spcBef>
                <a:spcPts val="1000"/>
              </a:spcBef>
              <a:defRPr sz="1800"/>
            </a:lvl4pPr>
            <a:lvl5pPr indent="-283464">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31" name="Picture Placeholder 30">
            <a:extLst>
              <a:ext uri="{FF2B5EF4-FFF2-40B4-BE49-F238E27FC236}">
                <a16:creationId xmlns:a16="http://schemas.microsoft.com/office/drawing/2014/main" id="{2912B88E-830A-AD4C-378F-46EF5F77950C}"/>
              </a:ext>
            </a:extLst>
          </p:cNvPr>
          <p:cNvSpPr>
            <a:spLocks noGrp="1"/>
          </p:cNvSpPr>
          <p:nvPr>
            <p:ph type="pic" sz="quarter" idx="14" hasCustomPrompt="1"/>
          </p:nvPr>
        </p:nvSpPr>
        <p:spPr>
          <a:xfrm>
            <a:off x="8989454" y="965393"/>
            <a:ext cx="3202545" cy="5892607"/>
          </a:xfrm>
          <a:custGeom>
            <a:avLst/>
            <a:gdLst>
              <a:gd name="connsiteX0" fmla="*/ 0 w 3202545"/>
              <a:gd name="connsiteY0" fmla="*/ 0 h 6023366"/>
              <a:gd name="connsiteX1" fmla="*/ 3202545 w 3202545"/>
              <a:gd name="connsiteY1" fmla="*/ 0 h 6023366"/>
              <a:gd name="connsiteX2" fmla="*/ 3202545 w 3202545"/>
              <a:gd name="connsiteY2" fmla="*/ 3165406 h 6023366"/>
              <a:gd name="connsiteX3" fmla="*/ 2923656 w 3202545"/>
              <a:gd name="connsiteY3" fmla="*/ 3179481 h 6023366"/>
              <a:gd name="connsiteX4" fmla="*/ 364096 w 3202545"/>
              <a:gd name="connsiteY4" fmla="*/ 6016124 h 6023366"/>
              <a:gd name="connsiteX5" fmla="*/ 364096 w 3202545"/>
              <a:gd name="connsiteY5" fmla="*/ 6023364 h 6023366"/>
              <a:gd name="connsiteX6" fmla="*/ 1231541 w 3202545"/>
              <a:gd name="connsiteY6" fmla="*/ 6023364 h 6023366"/>
              <a:gd name="connsiteX7" fmla="*/ 1241636 w 3202545"/>
              <a:gd name="connsiteY7" fmla="*/ 5822974 h 6023366"/>
              <a:gd name="connsiteX8" fmla="*/ 3012253 w 3202545"/>
              <a:gd name="connsiteY8" fmla="*/ 4042481 h 6023366"/>
              <a:gd name="connsiteX9" fmla="*/ 3202545 w 3202545"/>
              <a:gd name="connsiteY9" fmla="*/ 4032784 h 6023366"/>
              <a:gd name="connsiteX10" fmla="*/ 3202545 w 3202545"/>
              <a:gd name="connsiteY10" fmla="*/ 4033098 h 6023366"/>
              <a:gd name="connsiteX11" fmla="*/ 3012291 w 3202545"/>
              <a:gd name="connsiteY11" fmla="*/ 4042794 h 6023366"/>
              <a:gd name="connsiteX12" fmla="*/ 1242011 w 3202545"/>
              <a:gd name="connsiteY12" fmla="*/ 5823008 h 6023366"/>
              <a:gd name="connsiteX13" fmla="*/ 1231918 w 3202545"/>
              <a:gd name="connsiteY13" fmla="*/ 6023365 h 6023366"/>
              <a:gd name="connsiteX14" fmla="*/ 3202545 w 3202545"/>
              <a:gd name="connsiteY14" fmla="*/ 6023365 h 6023366"/>
              <a:gd name="connsiteX15" fmla="*/ 3202545 w 3202545"/>
              <a:gd name="connsiteY15" fmla="*/ 6023366 h 6023366"/>
              <a:gd name="connsiteX16" fmla="*/ 0 w 3202545"/>
              <a:gd name="connsiteY16" fmla="*/ 6023366 h 60233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202545" h="6023366">
                <a:moveTo>
                  <a:pt x="0" y="0"/>
                </a:moveTo>
                <a:lnTo>
                  <a:pt x="3202545" y="0"/>
                </a:lnTo>
                <a:lnTo>
                  <a:pt x="3202545" y="3165406"/>
                </a:lnTo>
                <a:lnTo>
                  <a:pt x="2923656" y="3179481"/>
                </a:lnTo>
                <a:cubicBezTo>
                  <a:pt x="1485615" y="3325450"/>
                  <a:pt x="364096" y="4539349"/>
                  <a:pt x="364096" y="6016124"/>
                </a:cubicBezTo>
                <a:lnTo>
                  <a:pt x="364096" y="6023364"/>
                </a:lnTo>
                <a:lnTo>
                  <a:pt x="1231541" y="6023364"/>
                </a:lnTo>
                <a:lnTo>
                  <a:pt x="1241636" y="5822974"/>
                </a:lnTo>
                <a:cubicBezTo>
                  <a:pt x="1336361" y="4887576"/>
                  <a:pt x="2077946" y="4138236"/>
                  <a:pt x="3012253" y="4042481"/>
                </a:cubicBezTo>
                <a:lnTo>
                  <a:pt x="3202545" y="4032784"/>
                </a:lnTo>
                <a:lnTo>
                  <a:pt x="3202545" y="4033098"/>
                </a:lnTo>
                <a:lnTo>
                  <a:pt x="3012291" y="4042794"/>
                </a:lnTo>
                <a:cubicBezTo>
                  <a:pt x="2078162" y="4138534"/>
                  <a:pt x="1336718" y="4887757"/>
                  <a:pt x="1242011" y="5823008"/>
                </a:cubicBezTo>
                <a:lnTo>
                  <a:pt x="1231918" y="6023365"/>
                </a:lnTo>
                <a:lnTo>
                  <a:pt x="3202545" y="6023365"/>
                </a:lnTo>
                <a:lnTo>
                  <a:pt x="3202545" y="6023366"/>
                </a:lnTo>
                <a:lnTo>
                  <a:pt x="0" y="6023366"/>
                </a:lnTo>
                <a:close/>
              </a:path>
            </a:pathLst>
          </a:custGeom>
          <a:solidFill>
            <a:schemeClr val="accent4"/>
          </a:solidFill>
        </p:spPr>
        <p:txBody>
          <a:bodyPr wrap="square">
            <a:noAutofit/>
          </a:bodyPr>
          <a:lstStyle>
            <a:lvl1pPr marL="0" indent="0">
              <a:buNone/>
              <a:defRPr sz="1800"/>
            </a:lvl1pPr>
          </a:lstStyle>
          <a:p>
            <a:pPr lvl="0"/>
            <a:r>
              <a:rPr lang="en-US"/>
              <a:t>Click to add picture</a:t>
            </a:r>
          </a:p>
        </p:txBody>
      </p:sp>
      <p:grpSp>
        <p:nvGrpSpPr>
          <p:cNvPr id="32" name="Group 31">
            <a:extLst>
              <a:ext uri="{FF2B5EF4-FFF2-40B4-BE49-F238E27FC236}">
                <a16:creationId xmlns:a16="http://schemas.microsoft.com/office/drawing/2014/main" id="{B9152F76-E42E-3D76-6BDB-2FA0D69216AD}"/>
              </a:ext>
              <a:ext uri="{C183D7F6-B498-43B3-948B-1728B52AA6E4}">
                <adec:decorative xmlns:adec="http://schemas.microsoft.com/office/drawing/2017/decorative" val="1"/>
              </a:ext>
            </a:extLst>
          </p:cNvPr>
          <p:cNvGrpSpPr/>
          <p:nvPr userDrawn="1"/>
        </p:nvGrpSpPr>
        <p:grpSpPr>
          <a:xfrm>
            <a:off x="9353550" y="4000041"/>
            <a:ext cx="2838450" cy="2857959"/>
            <a:chOff x="12797096" y="4000041"/>
            <a:chExt cx="2838450" cy="2857959"/>
          </a:xfrm>
        </p:grpSpPr>
        <p:sp>
          <p:nvSpPr>
            <p:cNvPr id="20" name="Freeform: Shape 28">
              <a:extLst>
                <a:ext uri="{FF2B5EF4-FFF2-40B4-BE49-F238E27FC236}">
                  <a16:creationId xmlns:a16="http://schemas.microsoft.com/office/drawing/2014/main" id="{ED0348C7-D83F-0AD7-2539-41219A795693}"/>
                </a:ext>
                <a:ext uri="{C183D7F6-B498-43B3-948B-1728B52AA6E4}">
                  <adec:decorative xmlns:adec="http://schemas.microsoft.com/office/drawing/2017/decorative" val="1"/>
                </a:ext>
              </a:extLst>
            </p:cNvPr>
            <p:cNvSpPr/>
            <p:nvPr userDrawn="1"/>
          </p:nvSpPr>
          <p:spPr>
            <a:xfrm rot="10800000">
              <a:off x="12797096" y="4000041"/>
              <a:ext cx="2838450" cy="2857958"/>
            </a:xfrm>
            <a:custGeom>
              <a:avLst/>
              <a:gdLst>
                <a:gd name="connsiteX0" fmla="*/ 1971005 w 2838450"/>
                <a:gd name="connsiteY0" fmla="*/ 0 h 2857958"/>
                <a:gd name="connsiteX1" fmla="*/ 2838450 w 2838450"/>
                <a:gd name="connsiteY1" fmla="*/ 0 h 2857958"/>
                <a:gd name="connsiteX2" fmla="*/ 2838450 w 2838450"/>
                <a:gd name="connsiteY2" fmla="*/ 7240 h 2857958"/>
                <a:gd name="connsiteX3" fmla="*/ 278890 w 2838450"/>
                <a:gd name="connsiteY3" fmla="*/ 2843883 h 2857958"/>
                <a:gd name="connsiteX4" fmla="*/ 0 w 2838450"/>
                <a:gd name="connsiteY4" fmla="*/ 2857958 h 2857958"/>
                <a:gd name="connsiteX5" fmla="*/ 0 w 2838450"/>
                <a:gd name="connsiteY5" fmla="*/ 1990580 h 2857958"/>
                <a:gd name="connsiteX6" fmla="*/ 190293 w 2838450"/>
                <a:gd name="connsiteY6" fmla="*/ 1980883 h 2857958"/>
                <a:gd name="connsiteX7" fmla="*/ 1960910 w 2838450"/>
                <a:gd name="connsiteY7" fmla="*/ 200390 h 2857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838450" h="2857958">
                  <a:moveTo>
                    <a:pt x="1971005" y="0"/>
                  </a:moveTo>
                  <a:lnTo>
                    <a:pt x="2838450" y="0"/>
                  </a:lnTo>
                  <a:lnTo>
                    <a:pt x="2838450" y="7240"/>
                  </a:lnTo>
                  <a:cubicBezTo>
                    <a:pt x="2838450" y="1484015"/>
                    <a:pt x="1716931" y="2697914"/>
                    <a:pt x="278890" y="2843883"/>
                  </a:cubicBezTo>
                  <a:lnTo>
                    <a:pt x="0" y="2857958"/>
                  </a:lnTo>
                  <a:lnTo>
                    <a:pt x="0" y="1990580"/>
                  </a:lnTo>
                  <a:lnTo>
                    <a:pt x="190293" y="1980883"/>
                  </a:lnTo>
                  <a:cubicBezTo>
                    <a:pt x="1124600" y="1885128"/>
                    <a:pt x="1866185" y="1135788"/>
                    <a:pt x="1960910"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a:p>
          </p:txBody>
        </p:sp>
        <p:sp>
          <p:nvSpPr>
            <p:cNvPr id="21" name="Freeform: Shape 25">
              <a:extLst>
                <a:ext uri="{FF2B5EF4-FFF2-40B4-BE49-F238E27FC236}">
                  <a16:creationId xmlns:a16="http://schemas.microsoft.com/office/drawing/2014/main" id="{E911AA2D-BE77-278D-CD2E-2EB3E180F3B8}"/>
                </a:ext>
                <a:ext uri="{C183D7F6-B498-43B3-948B-1728B52AA6E4}">
                  <adec:decorative xmlns:adec="http://schemas.microsoft.com/office/drawing/2017/decorative" val="1"/>
                </a:ext>
              </a:extLst>
            </p:cNvPr>
            <p:cNvSpPr/>
            <p:nvPr userDrawn="1"/>
          </p:nvSpPr>
          <p:spPr>
            <a:xfrm rot="10800000">
              <a:off x="13664918" y="4867733"/>
              <a:ext cx="1970627" cy="1990267"/>
            </a:xfrm>
            <a:custGeom>
              <a:avLst/>
              <a:gdLst>
                <a:gd name="connsiteX0" fmla="*/ 0 w 1970627"/>
                <a:gd name="connsiteY0" fmla="*/ 0 h 1990267"/>
                <a:gd name="connsiteX1" fmla="*/ 1970627 w 1970627"/>
                <a:gd name="connsiteY1" fmla="*/ 0 h 1990267"/>
                <a:gd name="connsiteX2" fmla="*/ 1960534 w 1970627"/>
                <a:gd name="connsiteY2" fmla="*/ 200357 h 1990267"/>
                <a:gd name="connsiteX3" fmla="*/ 190254 w 1970627"/>
                <a:gd name="connsiteY3" fmla="*/ 1980571 h 1990267"/>
                <a:gd name="connsiteX4" fmla="*/ 0 w 1970627"/>
                <a:gd name="connsiteY4" fmla="*/ 1990267 h 19902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70627" h="1990267">
                  <a:moveTo>
                    <a:pt x="0" y="0"/>
                  </a:moveTo>
                  <a:lnTo>
                    <a:pt x="1970627" y="0"/>
                  </a:lnTo>
                  <a:lnTo>
                    <a:pt x="1960534" y="200357"/>
                  </a:lnTo>
                  <a:cubicBezTo>
                    <a:pt x="1865827" y="1135608"/>
                    <a:pt x="1124383" y="1884831"/>
                    <a:pt x="190254" y="1980571"/>
                  </a:cubicBezTo>
                  <a:lnTo>
                    <a:pt x="0" y="1990267"/>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2" name="Freeform: Shape 15">
              <a:extLst>
                <a:ext uri="{FF2B5EF4-FFF2-40B4-BE49-F238E27FC236}">
                  <a16:creationId xmlns:a16="http://schemas.microsoft.com/office/drawing/2014/main" id="{B6CE0BA6-C0FD-AC39-6C31-8477E0CAFDB0}"/>
                </a:ext>
                <a:ext uri="{C183D7F6-B498-43B3-948B-1728B52AA6E4}">
                  <adec:decorative xmlns:adec="http://schemas.microsoft.com/office/drawing/2017/decorative" val="1"/>
                </a:ext>
              </a:extLst>
            </p:cNvPr>
            <p:cNvSpPr/>
            <p:nvPr userDrawn="1"/>
          </p:nvSpPr>
          <p:spPr>
            <a:xfrm rot="10800000">
              <a:off x="14632096" y="5844983"/>
              <a:ext cx="1003449" cy="1013015"/>
            </a:xfrm>
            <a:custGeom>
              <a:avLst/>
              <a:gdLst>
                <a:gd name="connsiteX0" fmla="*/ 0 w 1003449"/>
                <a:gd name="connsiteY0" fmla="*/ 0 h 1013015"/>
                <a:gd name="connsiteX1" fmla="*/ 1003449 w 1003449"/>
                <a:gd name="connsiteY1" fmla="*/ 0 h 1013015"/>
                <a:gd name="connsiteX2" fmla="*/ 998306 w 1003449"/>
                <a:gd name="connsiteY2" fmla="*/ 100639 h 1013015"/>
                <a:gd name="connsiteX3" fmla="*/ 90663 w 1003449"/>
                <a:gd name="connsiteY3" fmla="*/ 1008380 h 1013015"/>
                <a:gd name="connsiteX4" fmla="*/ 0 w 1003449"/>
                <a:gd name="connsiteY4" fmla="*/ 1013015 h 10130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3449" h="1013015">
                  <a:moveTo>
                    <a:pt x="0" y="0"/>
                  </a:moveTo>
                  <a:lnTo>
                    <a:pt x="1003449" y="0"/>
                  </a:lnTo>
                  <a:lnTo>
                    <a:pt x="998306" y="100639"/>
                  </a:lnTo>
                  <a:cubicBezTo>
                    <a:pt x="949402" y="576784"/>
                    <a:pt x="566756" y="959471"/>
                    <a:pt x="90663" y="1008380"/>
                  </a:cubicBezTo>
                  <a:lnTo>
                    <a:pt x="0" y="1013015"/>
                  </a:lnTo>
                  <a:close/>
                </a:path>
              </a:pathLst>
            </a:custGeom>
            <a:solidFill>
              <a:schemeClr val="bg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23" name="Image 2">
              <a:extLst>
                <a:ext uri="{FF2B5EF4-FFF2-40B4-BE49-F238E27FC236}">
                  <a16:creationId xmlns:a16="http://schemas.microsoft.com/office/drawing/2014/main" id="{666AD1A4-36DE-12F3-BB78-BA678A59572C}"/>
                </a:ext>
                <a:ext uri="{C183D7F6-B498-43B3-948B-1728B52AA6E4}">
                  <adec:decorative xmlns:adec="http://schemas.microsoft.com/office/drawing/2017/decorative" val="1"/>
                </a:ext>
              </a:extLst>
            </p:cNvPr>
            <p:cNvSpPr/>
            <p:nvPr userDrawn="1"/>
          </p:nvSpPr>
          <p:spPr>
            <a:xfrm rot="10800000">
              <a:off x="13402193" y="5492845"/>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grpSp>
      <p:sp>
        <p:nvSpPr>
          <p:cNvPr id="44" name="Slide Number Placeholder 2">
            <a:extLst>
              <a:ext uri="{FF2B5EF4-FFF2-40B4-BE49-F238E27FC236}">
                <a16:creationId xmlns:a16="http://schemas.microsoft.com/office/drawing/2014/main" id="{79071EEC-EAD1-8B22-009A-68E74589AA8D}"/>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83620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ummary 2">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28259CF0-6BC5-3693-6F49-C4489C07C317}"/>
              </a:ext>
              <a:ext uri="{C183D7F6-B498-43B3-948B-1728B52AA6E4}">
                <adec:decorative xmlns:adec="http://schemas.microsoft.com/office/drawing/2017/decorative" val="1"/>
              </a:ext>
            </a:extLst>
          </p:cNvPr>
          <p:cNvSpPr/>
          <p:nvPr/>
        </p:nvSpPr>
        <p:spPr>
          <a:xfrm>
            <a:off x="8989454" y="-2546"/>
            <a:ext cx="3202546" cy="3441072"/>
          </a:xfrm>
          <a:custGeom>
            <a:avLst/>
            <a:gdLst>
              <a:gd name="connsiteX0" fmla="*/ 3202546 w 3202546"/>
              <a:gd name="connsiteY0" fmla="*/ 0 h 3441072"/>
              <a:gd name="connsiteX1" fmla="*/ 3202546 w 3202546"/>
              <a:gd name="connsiteY1" fmla="*/ 3441072 h 3441072"/>
              <a:gd name="connsiteX2" fmla="*/ 0 w 3202546"/>
              <a:gd name="connsiteY2" fmla="*/ 3441072 h 3441072"/>
              <a:gd name="connsiteX3" fmla="*/ 3082686 w 3202546"/>
              <a:gd name="connsiteY3" fmla="*/ 6086 h 3441072"/>
            </a:gdLst>
            <a:ahLst/>
            <a:cxnLst>
              <a:cxn ang="0">
                <a:pos x="connsiteX0" y="connsiteY0"/>
              </a:cxn>
              <a:cxn ang="0">
                <a:pos x="connsiteX1" y="connsiteY1"/>
              </a:cxn>
              <a:cxn ang="0">
                <a:pos x="connsiteX2" y="connsiteY2"/>
              </a:cxn>
              <a:cxn ang="0">
                <a:pos x="connsiteX3" y="connsiteY3"/>
              </a:cxn>
            </a:cxnLst>
            <a:rect l="l" t="t" r="r" b="b"/>
            <a:pathLst>
              <a:path w="3202546" h="3441072">
                <a:moveTo>
                  <a:pt x="3202546" y="0"/>
                </a:moveTo>
                <a:lnTo>
                  <a:pt x="3202546" y="3441072"/>
                </a:lnTo>
                <a:lnTo>
                  <a:pt x="0" y="3441072"/>
                </a:lnTo>
                <a:cubicBezTo>
                  <a:pt x="0" y="1653352"/>
                  <a:pt x="1351216" y="182908"/>
                  <a:pt x="3082686" y="6086"/>
                </a:cubicBezTo>
                <a:close/>
              </a:path>
            </a:pathLst>
          </a:custGeom>
          <a:solidFill>
            <a:schemeClr val="accent1"/>
          </a:solidFill>
          <a:ln w="4756" cap="flat">
            <a:noFill/>
            <a:prstDash val="solid"/>
            <a:miter/>
          </a:ln>
        </p:spPr>
        <p:txBody>
          <a:bodyPr wrap="square" rtlCol="0" anchor="ctr">
            <a:noAutofit/>
          </a:bodyPr>
          <a:lstStyle/>
          <a:p>
            <a:endParaRPr lang="en-US"/>
          </a:p>
        </p:txBody>
      </p:sp>
      <p:sp>
        <p:nvSpPr>
          <p:cNvPr id="26" name="Image 4">
            <a:extLst>
              <a:ext uri="{FF2B5EF4-FFF2-40B4-BE49-F238E27FC236}">
                <a16:creationId xmlns:a16="http://schemas.microsoft.com/office/drawing/2014/main" id="{9019DA73-2516-F3D2-ECDB-620C90483DB3}"/>
              </a:ext>
              <a:ext uri="{C183D7F6-B498-43B3-948B-1728B52AA6E4}">
                <adec:decorative xmlns:adec="http://schemas.microsoft.com/office/drawing/2017/decorative" val="1"/>
              </a:ext>
            </a:extLst>
          </p:cNvPr>
          <p:cNvSpPr/>
          <p:nvPr/>
        </p:nvSpPr>
        <p:spPr>
          <a:xfrm flipV="1">
            <a:off x="9991725" y="1247775"/>
            <a:ext cx="2200275" cy="2181225"/>
          </a:xfrm>
          <a:custGeom>
            <a:avLst/>
            <a:gdLst>
              <a:gd name="connsiteX0" fmla="*/ 0 w 2200275"/>
              <a:gd name="connsiteY0" fmla="*/ 0 h 2181225"/>
              <a:gd name="connsiteX1" fmla="*/ 2200275 w 2200275"/>
              <a:gd name="connsiteY1" fmla="*/ 2181225 h 2181225"/>
              <a:gd name="connsiteX2" fmla="*/ 2200275 w 2200275"/>
              <a:gd name="connsiteY2" fmla="*/ 0 h 2181225"/>
              <a:gd name="connsiteX3" fmla="*/ 0 w 2200275"/>
              <a:gd name="connsiteY3" fmla="*/ 0 h 2181225"/>
            </a:gdLst>
            <a:ahLst/>
            <a:cxnLst>
              <a:cxn ang="0">
                <a:pos x="connsiteX0" y="connsiteY0"/>
              </a:cxn>
              <a:cxn ang="0">
                <a:pos x="connsiteX1" y="connsiteY1"/>
              </a:cxn>
              <a:cxn ang="0">
                <a:pos x="connsiteX2" y="connsiteY2"/>
              </a:cxn>
              <a:cxn ang="0">
                <a:pos x="connsiteX3" y="connsiteY3"/>
              </a:cxn>
            </a:cxnLst>
            <a:rect l="l" t="t" r="r" b="b"/>
            <a:pathLst>
              <a:path w="2200275" h="2181225">
                <a:moveTo>
                  <a:pt x="0" y="0"/>
                </a:moveTo>
                <a:cubicBezTo>
                  <a:pt x="0" y="1204689"/>
                  <a:pt x="985061" y="2181225"/>
                  <a:pt x="2200275" y="2181225"/>
                </a:cubicBezTo>
                <a:lnTo>
                  <a:pt x="2200275" y="0"/>
                </a:lnTo>
                <a:lnTo>
                  <a:pt x="0" y="0"/>
                </a:lnTo>
                <a:close/>
              </a:path>
            </a:pathLst>
          </a:custGeom>
          <a:solidFill>
            <a:schemeClr val="accent4"/>
          </a:solidFill>
          <a:ln w="4763" cap="flat">
            <a:noFill/>
            <a:prstDash val="solid"/>
            <a:miter/>
          </a:ln>
        </p:spPr>
        <p:txBody>
          <a:bodyPr rtlCol="0" anchor="ctr"/>
          <a:lstStyle/>
          <a:p>
            <a:endParaRPr lang="en-US"/>
          </a:p>
        </p:txBody>
      </p:sp>
      <p:sp>
        <p:nvSpPr>
          <p:cNvPr id="14" name="Freeform 13">
            <a:extLst>
              <a:ext uri="{FF2B5EF4-FFF2-40B4-BE49-F238E27FC236}">
                <a16:creationId xmlns:a16="http://schemas.microsoft.com/office/drawing/2014/main" id="{5665DA82-D253-8EC5-5DFB-F0266ED9FBB4}"/>
              </a:ext>
              <a:ext uri="{C183D7F6-B498-43B3-948B-1728B52AA6E4}">
                <adec:decorative xmlns:adec="http://schemas.microsoft.com/office/drawing/2017/decorative" val="1"/>
              </a:ext>
            </a:extLst>
          </p:cNvPr>
          <p:cNvSpPr/>
          <p:nvPr/>
        </p:nvSpPr>
        <p:spPr>
          <a:xfrm flipV="1">
            <a:off x="-20086" y="5331514"/>
            <a:ext cx="2148416" cy="1526486"/>
          </a:xfrm>
          <a:custGeom>
            <a:avLst/>
            <a:gdLst>
              <a:gd name="connsiteX0" fmla="*/ 0 w 2148416"/>
              <a:gd name="connsiteY0" fmla="*/ 1526486 h 1526486"/>
              <a:gd name="connsiteX1" fmla="*/ 2098930 w 2148416"/>
              <a:gd name="connsiteY1" fmla="*/ 135201 h 1526486"/>
              <a:gd name="connsiteX2" fmla="*/ 2148416 w 2148416"/>
              <a:gd name="connsiteY2" fmla="*/ 0 h 1526486"/>
              <a:gd name="connsiteX3" fmla="*/ 0 w 2148416"/>
              <a:gd name="connsiteY3" fmla="*/ 0 h 1526486"/>
            </a:gdLst>
            <a:ahLst/>
            <a:cxnLst>
              <a:cxn ang="0">
                <a:pos x="connsiteX0" y="connsiteY0"/>
              </a:cxn>
              <a:cxn ang="0">
                <a:pos x="connsiteX1" y="connsiteY1"/>
              </a:cxn>
              <a:cxn ang="0">
                <a:pos x="connsiteX2" y="connsiteY2"/>
              </a:cxn>
              <a:cxn ang="0">
                <a:pos x="connsiteX3" y="connsiteY3"/>
              </a:cxn>
            </a:cxnLst>
            <a:rect l="l" t="t" r="r" b="b"/>
            <a:pathLst>
              <a:path w="2148416" h="1526486">
                <a:moveTo>
                  <a:pt x="0" y="1526486"/>
                </a:moveTo>
                <a:cubicBezTo>
                  <a:pt x="943526" y="1526486"/>
                  <a:pt x="1753109" y="952785"/>
                  <a:pt x="2098930" y="135201"/>
                </a:cubicBezTo>
                <a:lnTo>
                  <a:pt x="2148416" y="0"/>
                </a:lnTo>
                <a:lnTo>
                  <a:pt x="0" y="0"/>
                </a:lnTo>
                <a:close/>
              </a:path>
            </a:pathLst>
          </a:custGeom>
          <a:solidFill>
            <a:schemeClr val="accent4">
              <a:alpha val="50000"/>
            </a:schemeClr>
          </a:solidFill>
          <a:ln w="5083" cap="flat">
            <a:noFill/>
            <a:prstDash val="solid"/>
            <a:miter/>
          </a:ln>
        </p:spPr>
        <p:txBody>
          <a:bodyPr wrap="square" rtlCol="0" anchor="ctr">
            <a:noAutofit/>
          </a:bodyPr>
          <a:lstStyle/>
          <a:p>
            <a:endParaRPr lang="en-US"/>
          </a:p>
        </p:txBody>
      </p:sp>
      <p:pic>
        <p:nvPicPr>
          <p:cNvPr id="21" name="Image 2">
            <a:extLst>
              <a:ext uri="{FF2B5EF4-FFF2-40B4-BE49-F238E27FC236}">
                <a16:creationId xmlns:a16="http://schemas.microsoft.com/office/drawing/2014/main" id="{A8B7F1F1-806C-8D65-7340-220A0C4653C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rot="5400000">
            <a:off x="9991886" y="1247775"/>
            <a:ext cx="2200114" cy="2200114"/>
          </a:xfrm>
          <a:prstGeom prst="rect">
            <a:avLst/>
          </a:prstGeom>
        </p:spPr>
      </p:pic>
      <p:sp>
        <p:nvSpPr>
          <p:cNvPr id="12" name="Freeform 11">
            <a:extLst>
              <a:ext uri="{FF2B5EF4-FFF2-40B4-BE49-F238E27FC236}">
                <a16:creationId xmlns:a16="http://schemas.microsoft.com/office/drawing/2014/main" id="{E76518D4-6149-BA03-3BE5-6A13A792C115}"/>
              </a:ext>
              <a:ext uri="{C183D7F6-B498-43B3-948B-1728B52AA6E4}">
                <adec:decorative xmlns:adec="http://schemas.microsoft.com/office/drawing/2017/decorative" val="1"/>
              </a:ext>
            </a:extLst>
          </p:cNvPr>
          <p:cNvSpPr/>
          <p:nvPr/>
        </p:nvSpPr>
        <p:spPr>
          <a:xfrm>
            <a:off x="1540428" y="6470488"/>
            <a:ext cx="775021" cy="387513"/>
          </a:xfrm>
          <a:custGeom>
            <a:avLst/>
            <a:gdLst>
              <a:gd name="connsiteX0" fmla="*/ 387511 w 775021"/>
              <a:gd name="connsiteY0" fmla="*/ 0 h 387513"/>
              <a:gd name="connsiteX1" fmla="*/ 775021 w 775021"/>
              <a:gd name="connsiteY1" fmla="*/ 387511 h 387513"/>
              <a:gd name="connsiteX2" fmla="*/ 775021 w 775021"/>
              <a:gd name="connsiteY2" fmla="*/ 387513 h 387513"/>
              <a:gd name="connsiteX3" fmla="*/ 1 w 775021"/>
              <a:gd name="connsiteY3" fmla="*/ 387513 h 387513"/>
              <a:gd name="connsiteX4" fmla="*/ 0 w 775021"/>
              <a:gd name="connsiteY4" fmla="*/ 387511 h 387513"/>
              <a:gd name="connsiteX5" fmla="*/ 387511 w 775021"/>
              <a:gd name="connsiteY5" fmla="*/ 0 h 3875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75021" h="387513">
                <a:moveTo>
                  <a:pt x="387511" y="0"/>
                </a:moveTo>
                <a:cubicBezTo>
                  <a:pt x="601527" y="0"/>
                  <a:pt x="775021" y="173494"/>
                  <a:pt x="775021" y="387511"/>
                </a:cubicBezTo>
                <a:lnTo>
                  <a:pt x="775021" y="387513"/>
                </a:lnTo>
                <a:lnTo>
                  <a:pt x="1" y="387513"/>
                </a:lnTo>
                <a:lnTo>
                  <a:pt x="0" y="387511"/>
                </a:lnTo>
                <a:cubicBezTo>
                  <a:pt x="0" y="173494"/>
                  <a:pt x="173494" y="0"/>
                  <a:pt x="387511" y="0"/>
                </a:cubicBezTo>
                <a:close/>
              </a:path>
            </a:pathLst>
          </a:custGeom>
          <a:solidFill>
            <a:schemeClr val="accent6"/>
          </a:solidFill>
          <a:ln w="3801" cap="flat">
            <a:noFill/>
            <a:prstDash val="solid"/>
            <a:miter/>
          </a:ln>
        </p:spPr>
        <p:txBody>
          <a:bodyPr wrap="square" rtlCol="0" anchor="ctr">
            <a:noAutofit/>
          </a:bodyPr>
          <a:lstStyle/>
          <a:p>
            <a:endParaRPr lang="en-US"/>
          </a:p>
        </p:txBody>
      </p:sp>
      <p:sp>
        <p:nvSpPr>
          <p:cNvPr id="2" name="Title 1"/>
          <p:cNvSpPr>
            <a:spLocks noGrp="1"/>
          </p:cNvSpPr>
          <p:nvPr>
            <p:ph type="title"/>
          </p:nvPr>
        </p:nvSpPr>
        <p:spPr>
          <a:xfrm>
            <a:off x="914400" y="1057274"/>
            <a:ext cx="7843837" cy="1012782"/>
          </a:xfrm>
        </p:spPr>
        <p:txBody>
          <a:bodyPr tIns="0" bIns="0">
            <a:noAutofit/>
          </a:bodyPr>
          <a:lstStyle>
            <a:lvl1pPr algn="l">
              <a:lnSpc>
                <a:spcPct val="100000"/>
              </a:lnSpc>
              <a:defRPr sz="3600" b="1"/>
            </a:lvl1pPr>
          </a:lstStyle>
          <a:p>
            <a:r>
              <a:rPr lang="en-US"/>
              <a:t>Click to edit Master title style</a:t>
            </a:r>
          </a:p>
        </p:txBody>
      </p:sp>
      <p:sp>
        <p:nvSpPr>
          <p:cNvPr id="30" name="Content Placeholder 2">
            <a:extLst>
              <a:ext uri="{FF2B5EF4-FFF2-40B4-BE49-F238E27FC236}">
                <a16:creationId xmlns:a16="http://schemas.microsoft.com/office/drawing/2014/main" id="{58F56A7F-403C-059D-4B58-A8D59888A158}"/>
              </a:ext>
            </a:extLst>
          </p:cNvPr>
          <p:cNvSpPr>
            <a:spLocks noGrp="1"/>
          </p:cNvSpPr>
          <p:nvPr>
            <p:ph idx="13" hasCustomPrompt="1"/>
          </p:nvPr>
        </p:nvSpPr>
        <p:spPr>
          <a:xfrm>
            <a:off x="914400" y="2331791"/>
            <a:ext cx="6903076" cy="3721817"/>
          </a:xfrm>
        </p:spPr>
        <p:txBody>
          <a:bodyPr tIns="0" bIns="0">
            <a:normAutofit/>
          </a:bodyPr>
          <a:lstStyle>
            <a:lvl1pPr marL="0" indent="0">
              <a:lnSpc>
                <a:spcPct val="100000"/>
              </a:lnSpc>
              <a:spcBef>
                <a:spcPts val="0"/>
              </a:spcBef>
              <a:buNone/>
              <a:defRPr sz="2400"/>
            </a:lvl1pPr>
            <a:lvl2pPr marL="347472">
              <a:lnSpc>
                <a:spcPct val="100000"/>
              </a:lnSpc>
              <a:spcBef>
                <a:spcPts val="0"/>
              </a:spcBef>
              <a:defRPr sz="2400"/>
            </a:lvl2pPr>
            <a:lvl3pPr marL="685800">
              <a:lnSpc>
                <a:spcPct val="100000"/>
              </a:lnSpc>
              <a:spcBef>
                <a:spcPts val="0"/>
              </a:spcBef>
              <a:defRPr sz="2400"/>
            </a:lvl3pPr>
          </a:lstStyle>
          <a:p>
            <a:pPr lvl="0"/>
            <a:r>
              <a:rPr lang="en-US"/>
              <a:t>Click to add text</a:t>
            </a:r>
          </a:p>
          <a:p>
            <a:pPr lvl="1"/>
            <a:r>
              <a:rPr lang="en-US"/>
              <a:t>Second level</a:t>
            </a:r>
          </a:p>
          <a:p>
            <a:pPr lvl="2"/>
            <a:r>
              <a:rPr lang="en-US"/>
              <a:t>Third level</a:t>
            </a:r>
          </a:p>
        </p:txBody>
      </p:sp>
      <p:sp>
        <p:nvSpPr>
          <p:cNvPr id="10" name="Picture Placeholder 9">
            <a:extLst>
              <a:ext uri="{FF2B5EF4-FFF2-40B4-BE49-F238E27FC236}">
                <a16:creationId xmlns:a16="http://schemas.microsoft.com/office/drawing/2014/main" id="{0723BF40-731C-2A5B-FC2F-B59DEF431C66}"/>
              </a:ext>
            </a:extLst>
          </p:cNvPr>
          <p:cNvSpPr>
            <a:spLocks noGrp="1"/>
          </p:cNvSpPr>
          <p:nvPr>
            <p:ph type="pic" sz="quarter" idx="14"/>
          </p:nvPr>
        </p:nvSpPr>
        <p:spPr>
          <a:xfrm>
            <a:off x="8989454" y="3405189"/>
            <a:ext cx="3202546" cy="3452811"/>
          </a:xfrm>
          <a:solidFill>
            <a:schemeClr val="accent1"/>
          </a:solidFill>
        </p:spPr>
        <p:txBody>
          <a:bodyPr>
            <a:normAutofit/>
          </a:bodyPr>
          <a:lstStyle>
            <a:lvl1pPr marL="0" indent="0">
              <a:buNone/>
              <a:defRPr sz="1800"/>
            </a:lvl1pPr>
          </a:lstStyle>
          <a:p>
            <a:r>
              <a:rPr lang="en-US"/>
              <a:t>Click icon to add picture</a:t>
            </a:r>
          </a:p>
        </p:txBody>
      </p:sp>
      <p:sp>
        <p:nvSpPr>
          <p:cNvPr id="20" name="Slide Number Placeholder 2">
            <a:extLst>
              <a:ext uri="{FF2B5EF4-FFF2-40B4-BE49-F238E27FC236}">
                <a16:creationId xmlns:a16="http://schemas.microsoft.com/office/drawing/2014/main" id="{3ACD3A33-D8A4-7058-9798-30967E3EFD39}"/>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2071045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meline 3">
    <p:spTree>
      <p:nvGrpSpPr>
        <p:cNvPr id="1" name=""/>
        <p:cNvGrpSpPr/>
        <p:nvPr/>
      </p:nvGrpSpPr>
      <p:grpSpPr>
        <a:xfrm>
          <a:off x="0" y="0"/>
          <a:ext cx="0" cy="0"/>
          <a:chOff x="0" y="0"/>
          <a:chExt cx="0" cy="0"/>
        </a:xfrm>
      </p:grpSpPr>
      <p:sp>
        <p:nvSpPr>
          <p:cNvPr id="12" name="Freeform 11">
            <a:extLst>
              <a:ext uri="{FF2B5EF4-FFF2-40B4-BE49-F238E27FC236}">
                <a16:creationId xmlns:a16="http://schemas.microsoft.com/office/drawing/2014/main" id="{D014917C-8694-B4A4-A211-0F31F00E247E}"/>
              </a:ext>
              <a:ext uri="{C183D7F6-B498-43B3-948B-1728B52AA6E4}">
                <adec:decorative xmlns:adec="http://schemas.microsoft.com/office/drawing/2017/decorative" val="1"/>
              </a:ext>
            </a:extLst>
          </p:cNvPr>
          <p:cNvSpPr/>
          <p:nvPr userDrawn="1"/>
        </p:nvSpPr>
        <p:spPr>
          <a:xfrm>
            <a:off x="1" y="0"/>
            <a:ext cx="1550562" cy="2545382"/>
          </a:xfrm>
          <a:custGeom>
            <a:avLst/>
            <a:gdLst>
              <a:gd name="connsiteX0" fmla="*/ 683117 w 1550562"/>
              <a:gd name="connsiteY0" fmla="*/ 0 h 2545382"/>
              <a:gd name="connsiteX1" fmla="*/ 1550562 w 1550562"/>
              <a:gd name="connsiteY1" fmla="*/ 0 h 2545382"/>
              <a:gd name="connsiteX2" fmla="*/ 1550562 w 1550562"/>
              <a:gd name="connsiteY2" fmla="*/ 7240 h 2545382"/>
              <a:gd name="connsiteX3" fmla="*/ 221868 w 1550562"/>
              <a:gd name="connsiteY3" fmla="*/ 2418735 h 2545382"/>
              <a:gd name="connsiteX4" fmla="*/ 0 w 1550562"/>
              <a:gd name="connsiteY4" fmla="*/ 2545382 h 2545382"/>
              <a:gd name="connsiteX5" fmla="*/ 0 w 1550562"/>
              <a:gd name="connsiteY5" fmla="*/ 1500516 h 2545382"/>
              <a:gd name="connsiteX6" fmla="*/ 102557 w 1550562"/>
              <a:gd name="connsiteY6" fmla="*/ 1405503 h 2545382"/>
              <a:gd name="connsiteX7" fmla="*/ 673022 w 1550562"/>
              <a:gd name="connsiteY7" fmla="*/ 200390 h 25453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0562" h="2545382">
                <a:moveTo>
                  <a:pt x="683117" y="0"/>
                </a:moveTo>
                <a:lnTo>
                  <a:pt x="1550562" y="0"/>
                </a:lnTo>
                <a:lnTo>
                  <a:pt x="1550562" y="7240"/>
                </a:lnTo>
                <a:cubicBezTo>
                  <a:pt x="1550562" y="1022523"/>
                  <a:pt x="1020469" y="1913556"/>
                  <a:pt x="221868" y="2418735"/>
                </a:cubicBezTo>
                <a:lnTo>
                  <a:pt x="0" y="2545382"/>
                </a:lnTo>
                <a:lnTo>
                  <a:pt x="0" y="1500516"/>
                </a:lnTo>
                <a:lnTo>
                  <a:pt x="102557" y="1405503"/>
                </a:lnTo>
                <a:cubicBezTo>
                  <a:pt x="416582" y="1089274"/>
                  <a:pt x="625660" y="668089"/>
                  <a:pt x="673022" y="200390"/>
                </a:cubicBezTo>
                <a:close/>
              </a:path>
            </a:pathLst>
          </a:custGeom>
          <a:solidFill>
            <a:schemeClr val="accent3"/>
          </a:solidFill>
          <a:ln>
            <a:noFill/>
          </a:ln>
        </p:spPr>
        <p:txBody>
          <a:bodyPr vert="horz" wrap="square" lIns="91440" tIns="45720" rIns="91440" bIns="45720" numCol="1" anchor="t" anchorCtr="0" compatLnSpc="1">
            <a:prstTxWarp prst="textNoShape">
              <a:avLst/>
            </a:prstTxWarp>
            <a:noAutofit/>
          </a:bodyPr>
          <a:lstStyle/>
          <a:p>
            <a:pPr lvl="0"/>
            <a:endParaRPr lang="en-US"/>
          </a:p>
        </p:txBody>
      </p:sp>
      <p:sp>
        <p:nvSpPr>
          <p:cNvPr id="10" name="Freeform 9">
            <a:extLst>
              <a:ext uri="{FF2B5EF4-FFF2-40B4-BE49-F238E27FC236}">
                <a16:creationId xmlns:a16="http://schemas.microsoft.com/office/drawing/2014/main" id="{A7DB6972-BB75-254A-BA88-C0C3E6E93BDB}"/>
              </a:ext>
              <a:ext uri="{C183D7F6-B498-43B3-948B-1728B52AA6E4}">
                <adec:decorative xmlns:adec="http://schemas.microsoft.com/office/drawing/2017/decorative" val="1"/>
              </a:ext>
            </a:extLst>
          </p:cNvPr>
          <p:cNvSpPr/>
          <p:nvPr userDrawn="1"/>
        </p:nvSpPr>
        <p:spPr>
          <a:xfrm>
            <a:off x="1" y="-1"/>
            <a:ext cx="682740" cy="1500050"/>
          </a:xfrm>
          <a:custGeom>
            <a:avLst/>
            <a:gdLst>
              <a:gd name="connsiteX0" fmla="*/ 0 w 682740"/>
              <a:gd name="connsiteY0" fmla="*/ 0 h 1500050"/>
              <a:gd name="connsiteX1" fmla="*/ 682740 w 682740"/>
              <a:gd name="connsiteY1" fmla="*/ 0 h 1500050"/>
              <a:gd name="connsiteX2" fmla="*/ 672647 w 682740"/>
              <a:gd name="connsiteY2" fmla="*/ 200357 h 1500050"/>
              <a:gd name="connsiteX3" fmla="*/ 102290 w 682740"/>
              <a:gd name="connsiteY3" fmla="*/ 1405281 h 1500050"/>
              <a:gd name="connsiteX4" fmla="*/ 0 w 682740"/>
              <a:gd name="connsiteY4" fmla="*/ 1500050 h 1500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82740" h="1500050">
                <a:moveTo>
                  <a:pt x="0" y="0"/>
                </a:moveTo>
                <a:lnTo>
                  <a:pt x="682740" y="0"/>
                </a:lnTo>
                <a:lnTo>
                  <a:pt x="672647" y="200357"/>
                </a:lnTo>
                <a:cubicBezTo>
                  <a:pt x="625294" y="667983"/>
                  <a:pt x="416256" y="1089101"/>
                  <a:pt x="102290" y="1405281"/>
                </a:cubicBezTo>
                <a:lnTo>
                  <a:pt x="0" y="1500050"/>
                </a:lnTo>
                <a:close/>
              </a:path>
            </a:pathLst>
          </a:custGeom>
          <a:solidFill>
            <a:schemeClr val="accent1"/>
          </a:solidFill>
          <a:ln>
            <a:noFill/>
          </a:ln>
        </p:spPr>
        <p:txBody>
          <a:bodyPr vert="horz" wrap="square" lIns="91440" tIns="45720" rIns="91440" bIns="45720" numCol="1" anchor="t" anchorCtr="0" compatLnSpc="1">
            <a:prstTxWarp prst="textNoShape">
              <a:avLst/>
            </a:prstTxWarp>
            <a:noAutofit/>
          </a:bodyPr>
          <a:lstStyle/>
          <a:p>
            <a:pPr lvl="0"/>
            <a:endParaRPr lang="en-US">
              <a:solidFill>
                <a:schemeClr val="tx1"/>
              </a:solidFill>
            </a:endParaRPr>
          </a:p>
        </p:txBody>
      </p:sp>
      <p:sp>
        <p:nvSpPr>
          <p:cNvPr id="30" name="Image 2">
            <a:extLst>
              <a:ext uri="{FF2B5EF4-FFF2-40B4-BE49-F238E27FC236}">
                <a16:creationId xmlns:a16="http://schemas.microsoft.com/office/drawing/2014/main" id="{790E862E-398F-571C-EC2C-3D17164DE059}"/>
              </a:ext>
              <a:ext uri="{C183D7F6-B498-43B3-948B-1728B52AA6E4}">
                <adec:decorative xmlns:adec="http://schemas.microsoft.com/office/drawing/2017/decorative" val="1"/>
              </a:ext>
            </a:extLst>
          </p:cNvPr>
          <p:cNvSpPr/>
          <p:nvPr/>
        </p:nvSpPr>
        <p:spPr>
          <a:xfrm>
            <a:off x="170445" y="314191"/>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sp>
        <p:nvSpPr>
          <p:cNvPr id="6" name="Title 1">
            <a:extLst>
              <a:ext uri="{FF2B5EF4-FFF2-40B4-BE49-F238E27FC236}">
                <a16:creationId xmlns:a16="http://schemas.microsoft.com/office/drawing/2014/main" id="{1C975BF2-D657-C309-269D-B8D006263130}"/>
              </a:ext>
            </a:extLst>
          </p:cNvPr>
          <p:cNvSpPr>
            <a:spLocks noGrp="1"/>
          </p:cNvSpPr>
          <p:nvPr>
            <p:ph type="title" hasCustomPrompt="1"/>
          </p:nvPr>
        </p:nvSpPr>
        <p:spPr>
          <a:xfrm>
            <a:off x="1550563" y="1089213"/>
            <a:ext cx="9879437" cy="980844"/>
          </a:xfrm>
        </p:spPr>
        <p:txBody>
          <a:bodyPr tIns="0" bIns="0"/>
          <a:lstStyle>
            <a:lvl1pPr algn="l">
              <a:lnSpc>
                <a:spcPct val="100000"/>
              </a:lnSpc>
              <a:defRPr sz="3600">
                <a:solidFill>
                  <a:schemeClr val="accent6"/>
                </a:solidFill>
              </a:defRPr>
            </a:lvl1pPr>
          </a:lstStyle>
          <a:p>
            <a:r>
              <a:rPr lang="en-US"/>
              <a:t>Click to add title</a:t>
            </a:r>
          </a:p>
        </p:txBody>
      </p:sp>
      <p:sp>
        <p:nvSpPr>
          <p:cNvPr id="4" name="Text Placeholder 54">
            <a:extLst>
              <a:ext uri="{FF2B5EF4-FFF2-40B4-BE49-F238E27FC236}">
                <a16:creationId xmlns:a16="http://schemas.microsoft.com/office/drawing/2014/main" id="{A0AEB4DF-13C8-8171-2BDB-FD1AD542E783}"/>
              </a:ext>
            </a:extLst>
          </p:cNvPr>
          <p:cNvSpPr>
            <a:spLocks noGrp="1"/>
          </p:cNvSpPr>
          <p:nvPr>
            <p:ph type="body" sz="quarter" idx="13" hasCustomPrompt="1"/>
          </p:nvPr>
        </p:nvSpPr>
        <p:spPr>
          <a:xfrm>
            <a:off x="1550564" y="2331958"/>
            <a:ext cx="2975217" cy="3704266"/>
          </a:xfrm>
        </p:spPr>
        <p:txBody>
          <a:bodyPr lIns="91440" tIns="0" rIns="91440" bIns="0" anchor="t" anchorCtr="0">
            <a:noAutofit/>
          </a:bodyPr>
          <a:lstStyle>
            <a:lvl1pPr marL="0" indent="0">
              <a:lnSpc>
                <a:spcPct val="100000"/>
              </a:lnSpc>
              <a:spcBef>
                <a:spcPts val="0"/>
              </a:spcBef>
              <a:spcAft>
                <a:spcPts val="1200"/>
              </a:spcAft>
              <a:buFont typeface="Arial" panose="020B0604020202020204" pitchFamily="34" charset="0"/>
              <a:buNone/>
              <a:defRPr sz="1800"/>
            </a:lvl1pPr>
          </a:lstStyle>
          <a:p>
            <a:r>
              <a:rPr lang="en-US"/>
              <a:t>Click to add subtitle</a:t>
            </a:r>
          </a:p>
        </p:txBody>
      </p:sp>
      <p:sp>
        <p:nvSpPr>
          <p:cNvPr id="9" name="Content Placeholder 2">
            <a:extLst>
              <a:ext uri="{FF2B5EF4-FFF2-40B4-BE49-F238E27FC236}">
                <a16:creationId xmlns:a16="http://schemas.microsoft.com/office/drawing/2014/main" id="{42134EBA-AF32-9F8A-370F-0D3E842F0397}"/>
              </a:ext>
            </a:extLst>
          </p:cNvPr>
          <p:cNvSpPr>
            <a:spLocks noGrp="1"/>
          </p:cNvSpPr>
          <p:nvPr>
            <p:ph sz="half" idx="1" hasCustomPrompt="1"/>
          </p:nvPr>
        </p:nvSpPr>
        <p:spPr>
          <a:xfrm>
            <a:off x="5087154" y="2331791"/>
            <a:ext cx="6345893" cy="3721817"/>
          </a:xfrm>
        </p:spPr>
        <p:txBody>
          <a:bodyPr lIns="91440" rIns="91440">
            <a:normAutofit/>
          </a:bodyPr>
          <a:lstStyle>
            <a:lvl1pPr>
              <a:defRPr sz="1800"/>
            </a:lvl1pPr>
            <a:lvl2pPr>
              <a:defRPr sz="1800"/>
            </a:lvl2pPr>
            <a:lvl3pPr>
              <a:defRPr sz="1800"/>
            </a:lvl3pPr>
            <a:lvl4pPr>
              <a:defRPr sz="1800"/>
            </a:lvl4pPr>
            <a:lvl5pPr>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0" name="Slide Number Placeholder 2">
            <a:extLst>
              <a:ext uri="{FF2B5EF4-FFF2-40B4-BE49-F238E27FC236}">
                <a16:creationId xmlns:a16="http://schemas.microsoft.com/office/drawing/2014/main" id="{AE99A73D-155B-A133-9671-506F54A0559A}"/>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2039588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Summary 3">
    <p:spTree>
      <p:nvGrpSpPr>
        <p:cNvPr id="1" name=""/>
        <p:cNvGrpSpPr/>
        <p:nvPr/>
      </p:nvGrpSpPr>
      <p:grpSpPr>
        <a:xfrm>
          <a:off x="0" y="0"/>
          <a:ext cx="0" cy="0"/>
          <a:chOff x="0" y="0"/>
          <a:chExt cx="0" cy="0"/>
        </a:xfrm>
      </p:grpSpPr>
      <p:pic>
        <p:nvPicPr>
          <p:cNvPr id="29" name="Graphic 28">
            <a:extLst>
              <a:ext uri="{FF2B5EF4-FFF2-40B4-BE49-F238E27FC236}">
                <a16:creationId xmlns:a16="http://schemas.microsoft.com/office/drawing/2014/main" id="{D5595DD5-43B0-252F-8BC6-6B74340C5BC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a:off x="1" y="-1"/>
            <a:ext cx="443344" cy="6856025"/>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sp>
        <p:nvSpPr>
          <p:cNvPr id="2" name="Title 1"/>
          <p:cNvSpPr>
            <a:spLocks noGrp="1"/>
          </p:cNvSpPr>
          <p:nvPr>
            <p:ph type="title" hasCustomPrompt="1"/>
          </p:nvPr>
        </p:nvSpPr>
        <p:spPr>
          <a:xfrm>
            <a:off x="1550564" y="1057274"/>
            <a:ext cx="9875463" cy="999746"/>
          </a:xfrm>
        </p:spPr>
        <p:txBody>
          <a:bodyPr tIns="0" bIns="0">
            <a:noAutofit/>
          </a:bodyPr>
          <a:lstStyle>
            <a:lvl1pPr algn="l">
              <a:lnSpc>
                <a:spcPct val="100000"/>
              </a:lnSpc>
              <a:defRPr sz="3600" b="1"/>
            </a:lvl1pPr>
          </a:lstStyle>
          <a:p>
            <a:r>
              <a:rPr lang="en-US"/>
              <a:t>Click to add title</a:t>
            </a:r>
          </a:p>
        </p:txBody>
      </p:sp>
      <p:sp>
        <p:nvSpPr>
          <p:cNvPr id="49" name="Freeform 48">
            <a:extLst>
              <a:ext uri="{FF2B5EF4-FFF2-40B4-BE49-F238E27FC236}">
                <a16:creationId xmlns:a16="http://schemas.microsoft.com/office/drawing/2014/main" id="{BC3A3767-6C5E-8188-0A49-955BBACE37F0}"/>
              </a:ext>
              <a:ext uri="{C183D7F6-B498-43B3-948B-1728B52AA6E4}">
                <adec:decorative xmlns:adec="http://schemas.microsoft.com/office/drawing/2017/decorative" val="1"/>
              </a:ext>
            </a:extLst>
          </p:cNvPr>
          <p:cNvSpPr/>
          <p:nvPr userDrawn="1"/>
        </p:nvSpPr>
        <p:spPr>
          <a:xfrm flipH="1" flipV="1">
            <a:off x="-3" y="4420134"/>
            <a:ext cx="1293237" cy="2437866"/>
          </a:xfrm>
          <a:custGeom>
            <a:avLst/>
            <a:gdLst>
              <a:gd name="connsiteX0" fmla="*/ 1293237 w 1293237"/>
              <a:gd name="connsiteY0" fmla="*/ 2437866 h 2437866"/>
              <a:gd name="connsiteX1" fmla="*/ 1292465 w 1293237"/>
              <a:gd name="connsiteY1" fmla="*/ 2437373 h 2437866"/>
              <a:gd name="connsiteX2" fmla="*/ 0 w 1293237"/>
              <a:gd name="connsiteY2" fmla="*/ 0 h 2437866"/>
              <a:gd name="connsiteX3" fmla="*/ 1293237 w 1293237"/>
              <a:gd name="connsiteY3" fmla="*/ 0 h 2437866"/>
            </a:gdLst>
            <a:ahLst/>
            <a:cxnLst>
              <a:cxn ang="0">
                <a:pos x="connsiteX0" y="connsiteY0"/>
              </a:cxn>
              <a:cxn ang="0">
                <a:pos x="connsiteX1" y="connsiteY1"/>
              </a:cxn>
              <a:cxn ang="0">
                <a:pos x="connsiteX2" y="connsiteY2"/>
              </a:cxn>
              <a:cxn ang="0">
                <a:pos x="connsiteX3" y="connsiteY3"/>
              </a:cxn>
            </a:cxnLst>
            <a:rect l="l" t="t" r="r" b="b"/>
            <a:pathLst>
              <a:path w="1293237" h="2437866">
                <a:moveTo>
                  <a:pt x="1293237" y="2437866"/>
                </a:moveTo>
                <a:lnTo>
                  <a:pt x="1292465" y="2437373"/>
                </a:lnTo>
                <a:cubicBezTo>
                  <a:pt x="511725" y="1903845"/>
                  <a:pt x="0" y="1011184"/>
                  <a:pt x="0" y="0"/>
                </a:cubicBezTo>
                <a:lnTo>
                  <a:pt x="1293237" y="0"/>
                </a:lnTo>
                <a:close/>
              </a:path>
            </a:pathLst>
          </a:custGeom>
          <a:solidFill>
            <a:schemeClr val="accent1"/>
          </a:solidFill>
          <a:ln w="4763" cap="flat">
            <a:noFill/>
            <a:prstDash val="solid"/>
            <a:miter/>
          </a:ln>
        </p:spPr>
        <p:txBody>
          <a:bodyPr wrap="square" rtlCol="0" anchor="ctr">
            <a:noAutofit/>
          </a:bodyPr>
          <a:lstStyle/>
          <a:p>
            <a:endParaRPr lang="en-US"/>
          </a:p>
        </p:txBody>
      </p:sp>
      <p:sp>
        <p:nvSpPr>
          <p:cNvPr id="16" name="Content Placeholder 3">
            <a:extLst>
              <a:ext uri="{FF2B5EF4-FFF2-40B4-BE49-F238E27FC236}">
                <a16:creationId xmlns:a16="http://schemas.microsoft.com/office/drawing/2014/main" id="{E4BD7F71-D12B-4F27-1505-FF681CF55F73}"/>
              </a:ext>
            </a:extLst>
          </p:cNvPr>
          <p:cNvSpPr>
            <a:spLocks noGrp="1"/>
          </p:cNvSpPr>
          <p:nvPr>
            <p:ph sz="half" idx="2" hasCustomPrompt="1"/>
          </p:nvPr>
        </p:nvSpPr>
        <p:spPr>
          <a:xfrm>
            <a:off x="1550564" y="2303028"/>
            <a:ext cx="5829147"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8" name="Content Placeholder 3">
            <a:extLst>
              <a:ext uri="{FF2B5EF4-FFF2-40B4-BE49-F238E27FC236}">
                <a16:creationId xmlns:a16="http://schemas.microsoft.com/office/drawing/2014/main" id="{FB87C65D-4EF3-18C8-18A8-477F87A37E51}"/>
              </a:ext>
            </a:extLst>
          </p:cNvPr>
          <p:cNvSpPr>
            <a:spLocks noGrp="1"/>
          </p:cNvSpPr>
          <p:nvPr>
            <p:ph sz="half" idx="15" hasCustomPrompt="1"/>
          </p:nvPr>
        </p:nvSpPr>
        <p:spPr>
          <a:xfrm>
            <a:off x="7940842" y="2303028"/>
            <a:ext cx="3485184" cy="3961593"/>
          </a:xfrm>
        </p:spPr>
        <p:txBody>
          <a:bodyPr lIns="91440" tIns="0" rIns="91440" bIns="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27" name="Slide Number Placeholder 2">
            <a:extLst>
              <a:ext uri="{FF2B5EF4-FFF2-40B4-BE49-F238E27FC236}">
                <a16:creationId xmlns:a16="http://schemas.microsoft.com/office/drawing/2014/main" id="{AEFFA34C-885D-E995-D8F9-B4ACFBF3110D}"/>
              </a:ext>
            </a:extLst>
          </p:cNvPr>
          <p:cNvSpPr>
            <a:spLocks noGrp="1"/>
          </p:cNvSpPr>
          <p:nvPr>
            <p:ph type="sldNum" sz="quarter" idx="10"/>
          </p:nvPr>
        </p:nvSpPr>
        <p:spPr>
          <a:xfrm>
            <a:off x="10438475" y="457199"/>
            <a:ext cx="987552" cy="471489"/>
          </a:xfrm>
        </p:spPr>
        <p:txBody>
          <a:bodyPr/>
          <a:lstStyle>
            <a:lvl1pPr>
              <a:defRPr sz="1600">
                <a:latin typeface="+mj-lt"/>
              </a:defRPr>
            </a:lvl1pPr>
          </a:lstStyle>
          <a:p>
            <a:fld id="{48F63A3B-78C7-47BE-AE5E-E10140E04643}" type="slidenum">
              <a:rPr lang="en-US" smtClean="0"/>
              <a:pPr/>
              <a:t>‹#›</a:t>
            </a:fld>
            <a:endParaRPr lang="en-US"/>
          </a:p>
        </p:txBody>
      </p:sp>
      <p:pic>
        <p:nvPicPr>
          <p:cNvPr id="43" name="Graphic 42">
            <a:extLst>
              <a:ext uri="{FF2B5EF4-FFF2-40B4-BE49-F238E27FC236}">
                <a16:creationId xmlns:a16="http://schemas.microsoft.com/office/drawing/2014/main" id="{C6639AD7-128F-B39D-B45F-0F22A2C6D68B}"/>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t="7193"/>
          <a:stretch/>
        </p:blipFill>
        <p:spPr>
          <a:xfrm rot="5400000">
            <a:off x="6072641" y="-5676015"/>
            <a:ext cx="443344" cy="11795374"/>
          </a:xfrm>
          <a:custGeom>
            <a:avLst/>
            <a:gdLst>
              <a:gd name="connsiteX0" fmla="*/ 0 w 1734410"/>
              <a:gd name="connsiteY0" fmla="*/ 0 h 4795637"/>
              <a:gd name="connsiteX1" fmla="*/ 1734410 w 1734410"/>
              <a:gd name="connsiteY1" fmla="*/ 0 h 4795637"/>
              <a:gd name="connsiteX2" fmla="*/ 1734410 w 1734410"/>
              <a:gd name="connsiteY2" fmla="*/ 4795637 h 4795637"/>
              <a:gd name="connsiteX3" fmla="*/ 0 w 1734410"/>
              <a:gd name="connsiteY3" fmla="*/ 4795637 h 4795637"/>
            </a:gdLst>
            <a:ahLst/>
            <a:cxnLst>
              <a:cxn ang="0">
                <a:pos x="connsiteX0" y="connsiteY0"/>
              </a:cxn>
              <a:cxn ang="0">
                <a:pos x="connsiteX1" y="connsiteY1"/>
              </a:cxn>
              <a:cxn ang="0">
                <a:pos x="connsiteX2" y="connsiteY2"/>
              </a:cxn>
              <a:cxn ang="0">
                <a:pos x="connsiteX3" y="connsiteY3"/>
              </a:cxn>
            </a:cxnLst>
            <a:rect l="l" t="t" r="r" b="b"/>
            <a:pathLst>
              <a:path w="1734410" h="4795637">
                <a:moveTo>
                  <a:pt x="0" y="0"/>
                </a:moveTo>
                <a:lnTo>
                  <a:pt x="1734410" y="0"/>
                </a:lnTo>
                <a:lnTo>
                  <a:pt x="1734410" y="4795637"/>
                </a:lnTo>
                <a:lnTo>
                  <a:pt x="0" y="4795637"/>
                </a:lnTo>
                <a:close/>
              </a:path>
            </a:pathLst>
          </a:custGeom>
        </p:spPr>
      </p:pic>
      <p:pic>
        <p:nvPicPr>
          <p:cNvPr id="54" name="Graphic 53">
            <a:extLst>
              <a:ext uri="{FF2B5EF4-FFF2-40B4-BE49-F238E27FC236}">
                <a16:creationId xmlns:a16="http://schemas.microsoft.com/office/drawing/2014/main" id="{48479A23-C29C-C711-510C-05B69B882268}"/>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t="11443" r="10857"/>
          <a:stretch/>
        </p:blipFill>
        <p:spPr>
          <a:xfrm rot="16200000">
            <a:off x="-6447" y="6444"/>
            <a:ext cx="1961253" cy="1948364"/>
          </a:xfrm>
          <a:custGeom>
            <a:avLst/>
            <a:gdLst>
              <a:gd name="connsiteX0" fmla="*/ 1961253 w 1961253"/>
              <a:gd name="connsiteY0" fmla="*/ 0 h 1948364"/>
              <a:gd name="connsiteX1" fmla="*/ 1961253 w 1961253"/>
              <a:gd name="connsiteY1" fmla="*/ 1948364 h 1948364"/>
              <a:gd name="connsiteX2" fmla="*/ 0 w 1961253"/>
              <a:gd name="connsiteY2" fmla="*/ 1948364 h 1948364"/>
              <a:gd name="connsiteX3" fmla="*/ 0 w 1961253"/>
              <a:gd name="connsiteY3" fmla="*/ 0 h 1948364"/>
            </a:gdLst>
            <a:ahLst/>
            <a:cxnLst>
              <a:cxn ang="0">
                <a:pos x="connsiteX0" y="connsiteY0"/>
              </a:cxn>
              <a:cxn ang="0">
                <a:pos x="connsiteX1" y="connsiteY1"/>
              </a:cxn>
              <a:cxn ang="0">
                <a:pos x="connsiteX2" y="connsiteY2"/>
              </a:cxn>
              <a:cxn ang="0">
                <a:pos x="connsiteX3" y="connsiteY3"/>
              </a:cxn>
            </a:cxnLst>
            <a:rect l="l" t="t" r="r" b="b"/>
            <a:pathLst>
              <a:path w="1961253" h="1948364">
                <a:moveTo>
                  <a:pt x="1961253" y="0"/>
                </a:moveTo>
                <a:lnTo>
                  <a:pt x="1961253" y="1948364"/>
                </a:lnTo>
                <a:lnTo>
                  <a:pt x="0" y="1948364"/>
                </a:lnTo>
                <a:lnTo>
                  <a:pt x="0" y="0"/>
                </a:lnTo>
                <a:close/>
              </a:path>
            </a:pathLst>
          </a:custGeom>
        </p:spPr>
      </p:pic>
      <p:sp>
        <p:nvSpPr>
          <p:cNvPr id="7" name="Image 2">
            <a:extLst>
              <a:ext uri="{FF2B5EF4-FFF2-40B4-BE49-F238E27FC236}">
                <a16:creationId xmlns:a16="http://schemas.microsoft.com/office/drawing/2014/main" id="{F3DC42FA-4B8F-2EFC-CAB4-1CCAB93BEB7B}"/>
              </a:ext>
              <a:ext uri="{C183D7F6-B498-43B3-948B-1728B52AA6E4}">
                <adec:decorative xmlns:adec="http://schemas.microsoft.com/office/drawing/2017/decorative" val="1"/>
              </a:ext>
            </a:extLst>
          </p:cNvPr>
          <p:cNvSpPr/>
          <p:nvPr userDrawn="1"/>
        </p:nvSpPr>
        <p:spPr>
          <a:xfrm>
            <a:off x="396626" y="4929577"/>
            <a:ext cx="775021" cy="775021"/>
          </a:xfrm>
          <a:custGeom>
            <a:avLst/>
            <a:gdLst>
              <a:gd name="connsiteX0" fmla="*/ 387511 w 775021"/>
              <a:gd name="connsiteY0" fmla="*/ 775021 h 775021"/>
              <a:gd name="connsiteX1" fmla="*/ 775021 w 775021"/>
              <a:gd name="connsiteY1" fmla="*/ 387511 h 775021"/>
              <a:gd name="connsiteX2" fmla="*/ 387511 w 775021"/>
              <a:gd name="connsiteY2" fmla="*/ 0 h 775021"/>
              <a:gd name="connsiteX3" fmla="*/ 0 w 775021"/>
              <a:gd name="connsiteY3" fmla="*/ 387511 h 775021"/>
              <a:gd name="connsiteX4" fmla="*/ 387511 w 775021"/>
              <a:gd name="connsiteY4" fmla="*/ 775021 h 7750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021" h="775021">
                <a:moveTo>
                  <a:pt x="387511" y="775021"/>
                </a:moveTo>
                <a:cubicBezTo>
                  <a:pt x="601527" y="775021"/>
                  <a:pt x="775021" y="601527"/>
                  <a:pt x="775021" y="387511"/>
                </a:cubicBezTo>
                <a:cubicBezTo>
                  <a:pt x="775021" y="173494"/>
                  <a:pt x="601527" y="0"/>
                  <a:pt x="387511" y="0"/>
                </a:cubicBezTo>
                <a:cubicBezTo>
                  <a:pt x="173494" y="0"/>
                  <a:pt x="0" y="173494"/>
                  <a:pt x="0" y="387511"/>
                </a:cubicBezTo>
                <a:cubicBezTo>
                  <a:pt x="0" y="601527"/>
                  <a:pt x="173494" y="775021"/>
                  <a:pt x="387511" y="775021"/>
                </a:cubicBezTo>
                <a:close/>
              </a:path>
            </a:pathLst>
          </a:custGeom>
          <a:solidFill>
            <a:schemeClr val="accent6"/>
          </a:solidFill>
          <a:ln w="3801" cap="flat">
            <a:noFill/>
            <a:prstDash val="solid"/>
            <a:miter/>
          </a:ln>
        </p:spPr>
        <p:txBody>
          <a:bodyPr rtlCol="0" anchor="ctr"/>
          <a:lstStyle/>
          <a:p>
            <a:endParaRPr lang="en-US"/>
          </a:p>
        </p:txBody>
      </p:sp>
    </p:spTree>
    <p:extLst>
      <p:ext uri="{BB962C8B-B14F-4D97-AF65-F5344CB8AC3E}">
        <p14:creationId xmlns:p14="http://schemas.microsoft.com/office/powerpoint/2010/main" val="258665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meline 2">
    <p:spTree>
      <p:nvGrpSpPr>
        <p:cNvPr id="1" name=""/>
        <p:cNvGrpSpPr/>
        <p:nvPr/>
      </p:nvGrpSpPr>
      <p:grpSpPr>
        <a:xfrm>
          <a:off x="0" y="0"/>
          <a:ext cx="0" cy="0"/>
          <a:chOff x="0" y="0"/>
          <a:chExt cx="0" cy="0"/>
        </a:xfrm>
      </p:grpSpPr>
      <p:sp>
        <p:nvSpPr>
          <p:cNvPr id="33" name="Rectangle 32">
            <a:extLst>
              <a:ext uri="{FF2B5EF4-FFF2-40B4-BE49-F238E27FC236}">
                <a16:creationId xmlns:a16="http://schemas.microsoft.com/office/drawing/2014/main" id="{376CF4B8-1811-BD21-43A7-560AC4724F3B}"/>
              </a:ext>
              <a:ext uri="{C183D7F6-B498-43B3-948B-1728B52AA6E4}">
                <adec:decorative xmlns:adec="http://schemas.microsoft.com/office/drawing/2017/decorative" val="1"/>
              </a:ext>
            </a:extLst>
          </p:cNvPr>
          <p:cNvSpPr/>
          <p:nvPr userDrawn="1"/>
        </p:nvSpPr>
        <p:spPr>
          <a:xfrm>
            <a:off x="-24064" y="0"/>
            <a:ext cx="12216063" cy="34671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sz="450"/>
          </a:p>
        </p:txBody>
      </p:sp>
      <p:sp>
        <p:nvSpPr>
          <p:cNvPr id="34" name="Rectangle 33">
            <a:extLst>
              <a:ext uri="{FF2B5EF4-FFF2-40B4-BE49-F238E27FC236}">
                <a16:creationId xmlns:a16="http://schemas.microsoft.com/office/drawing/2014/main" id="{30B7B4F0-D3BC-63DF-6429-F771BE5A3270}"/>
              </a:ext>
              <a:ext uri="{C183D7F6-B498-43B3-948B-1728B52AA6E4}">
                <adec:decorative xmlns:adec="http://schemas.microsoft.com/office/drawing/2017/decorative" val="1"/>
              </a:ext>
            </a:extLst>
          </p:cNvPr>
          <p:cNvSpPr/>
          <p:nvPr userDrawn="1"/>
        </p:nvSpPr>
        <p:spPr>
          <a:xfrm>
            <a:off x="443346" y="420493"/>
            <a:ext cx="11305309" cy="602672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A65C6DDD-D2BB-0153-0F53-9F7C17BDFD2B}"/>
              </a:ext>
            </a:extLst>
          </p:cNvPr>
          <p:cNvSpPr>
            <a:spLocks noGrp="1"/>
          </p:cNvSpPr>
          <p:nvPr>
            <p:ph type="title" hasCustomPrompt="1"/>
          </p:nvPr>
        </p:nvSpPr>
        <p:spPr>
          <a:xfrm>
            <a:off x="914400" y="1057274"/>
            <a:ext cx="10511627" cy="1012785"/>
          </a:xfrm>
        </p:spPr>
        <p:txBody>
          <a:bodyPr tIns="0" bIns="0"/>
          <a:lstStyle>
            <a:lvl1pPr algn="ctr">
              <a:lnSpc>
                <a:spcPct val="100000"/>
              </a:lnSpc>
              <a:defRPr sz="3600">
                <a:solidFill>
                  <a:schemeClr val="accent6"/>
                </a:solidFill>
              </a:defRPr>
            </a:lvl1pPr>
          </a:lstStyle>
          <a:p>
            <a:r>
              <a:rPr lang="en-US"/>
              <a:t>Click to add title</a:t>
            </a:r>
          </a:p>
        </p:txBody>
      </p:sp>
      <p:sp>
        <p:nvSpPr>
          <p:cNvPr id="14" name="Content Placeholder 5">
            <a:extLst>
              <a:ext uri="{FF2B5EF4-FFF2-40B4-BE49-F238E27FC236}">
                <a16:creationId xmlns:a16="http://schemas.microsoft.com/office/drawing/2014/main" id="{4D6DED8E-165F-59D7-F01C-4EF0446E5FC0}"/>
              </a:ext>
            </a:extLst>
          </p:cNvPr>
          <p:cNvSpPr>
            <a:spLocks noGrp="1"/>
          </p:cNvSpPr>
          <p:nvPr userDrawn="1">
            <p:ph sz="quarter" idx="4" hasCustomPrompt="1"/>
          </p:nvPr>
        </p:nvSpPr>
        <p:spPr>
          <a:xfrm>
            <a:off x="914400" y="2316067"/>
            <a:ext cx="10511627" cy="3948557"/>
          </a:xfrm>
        </p:spPr>
        <p:txBody>
          <a:bodyPr lIns="91440" tIns="91440" rIns="91440" bIns="91440">
            <a:normAutofit/>
          </a:bodyPr>
          <a:lstStyle>
            <a:lvl1pPr>
              <a:spcBef>
                <a:spcPts val="1000"/>
              </a:spcBef>
              <a:defRPr sz="1800"/>
            </a:lvl1pPr>
            <a:lvl2pPr>
              <a:spcBef>
                <a:spcPts val="1000"/>
              </a:spcBef>
              <a:defRPr sz="1800"/>
            </a:lvl2pPr>
            <a:lvl3pPr>
              <a:spcBef>
                <a:spcPts val="1000"/>
              </a:spcBef>
              <a:defRPr sz="1800"/>
            </a:lvl3pPr>
            <a:lvl4pPr>
              <a:spcBef>
                <a:spcPts val="1000"/>
              </a:spcBef>
              <a:defRPr sz="1800"/>
            </a:lvl4pPr>
            <a:lvl5pPr>
              <a:spcBef>
                <a:spcPts val="1000"/>
              </a:spcBef>
              <a:defRPr sz="1800"/>
            </a:lvl5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16" name="Slide Number Placeholder 2">
            <a:extLst>
              <a:ext uri="{FF2B5EF4-FFF2-40B4-BE49-F238E27FC236}">
                <a16:creationId xmlns:a16="http://schemas.microsoft.com/office/drawing/2014/main" id="{2933FDAB-13EE-5F9F-5DFC-A5A60BC63623}"/>
              </a:ext>
            </a:extLst>
          </p:cNvPr>
          <p:cNvSpPr>
            <a:spLocks noGrp="1"/>
          </p:cNvSpPr>
          <p:nvPr>
            <p:ph type="sldNum" sz="quarter" idx="10"/>
          </p:nvPr>
        </p:nvSpPr>
        <p:spPr>
          <a:xfrm>
            <a:off x="10358437" y="457199"/>
            <a:ext cx="1067589" cy="471489"/>
          </a:xfrm>
        </p:spPr>
        <p:txBody>
          <a:bodyPr/>
          <a:lstStyle>
            <a:lvl1pPr>
              <a:defRPr sz="1600">
                <a:latin typeface="+mj-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7675081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Pr>
        <a:solidFill>
          <a:schemeClr val="accent6"/>
        </a:solidFill>
        <a:effectLst/>
      </p:bgPr>
    </p:bg>
    <p:spTree>
      <p:nvGrpSpPr>
        <p:cNvPr id="1" name=""/>
        <p:cNvGrpSpPr/>
        <p:nvPr/>
      </p:nvGrpSpPr>
      <p:grpSpPr>
        <a:xfrm>
          <a:off x="0" y="0"/>
          <a:ext cx="0" cy="0"/>
          <a:chOff x="0" y="0"/>
          <a:chExt cx="0" cy="0"/>
        </a:xfrm>
      </p:grpSpPr>
      <p:sp>
        <p:nvSpPr>
          <p:cNvPr id="13" name="Freeform: Shape 12">
            <a:extLst>
              <a:ext uri="{FF2B5EF4-FFF2-40B4-BE49-F238E27FC236}">
                <a16:creationId xmlns:a16="http://schemas.microsoft.com/office/drawing/2014/main" id="{AEF1F750-031C-BDB7-BD7B-9CBE17406FDB}"/>
              </a:ext>
              <a:ext uri="{C183D7F6-B498-43B3-948B-1728B52AA6E4}">
                <adec:decorative xmlns:adec="http://schemas.microsoft.com/office/drawing/2017/decorative" val="1"/>
              </a:ext>
            </a:extLst>
          </p:cNvPr>
          <p:cNvSpPr/>
          <p:nvPr userDrawn="1"/>
        </p:nvSpPr>
        <p:spPr>
          <a:xfrm>
            <a:off x="0" y="0"/>
            <a:ext cx="8948738" cy="6858000"/>
          </a:xfrm>
          <a:custGeom>
            <a:avLst/>
            <a:gdLst>
              <a:gd name="connsiteX0" fmla="*/ 0 w 8948738"/>
              <a:gd name="connsiteY0" fmla="*/ 0 h 6858000"/>
              <a:gd name="connsiteX1" fmla="*/ 5932941 w 8948738"/>
              <a:gd name="connsiteY1" fmla="*/ 0 h 6858000"/>
              <a:gd name="connsiteX2" fmla="*/ 6047310 w 8948738"/>
              <a:gd name="connsiteY2" fmla="*/ 14613 h 6858000"/>
              <a:gd name="connsiteX3" fmla="*/ 8948738 w 8948738"/>
              <a:gd name="connsiteY3" fmla="*/ 3416480 h 6858000"/>
              <a:gd name="connsiteX4" fmla="*/ 5702202 w 8948738"/>
              <a:gd name="connsiteY4" fmla="*/ 6853523 h 6858000"/>
              <a:gd name="connsiteX5" fmla="*/ 5526113 w 8948738"/>
              <a:gd name="connsiteY5" fmla="*/ 6858000 h 6858000"/>
              <a:gd name="connsiteX6" fmla="*/ 0 w 8948738"/>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948738" h="6858000">
                <a:moveTo>
                  <a:pt x="0" y="0"/>
                </a:moveTo>
                <a:lnTo>
                  <a:pt x="5932941" y="0"/>
                </a:lnTo>
                <a:lnTo>
                  <a:pt x="6047310" y="14613"/>
                </a:lnTo>
                <a:cubicBezTo>
                  <a:pt x="7690210" y="267026"/>
                  <a:pt x="8948738" y="1693971"/>
                  <a:pt x="8948738" y="3416480"/>
                </a:cubicBezTo>
                <a:cubicBezTo>
                  <a:pt x="8948738" y="5257788"/>
                  <a:pt x="7510634" y="6761349"/>
                  <a:pt x="5702202" y="6853523"/>
                </a:cubicBezTo>
                <a:lnTo>
                  <a:pt x="5526113" y="6858000"/>
                </a:lnTo>
                <a:lnTo>
                  <a:pt x="0" y="6858000"/>
                </a:lnTo>
                <a:close/>
              </a:path>
            </a:pathLst>
          </a:custGeom>
          <a:solidFill>
            <a:schemeClr val="bg1"/>
          </a:solidFill>
          <a:ln w="4760"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19" name="Freeform: Shape 18">
            <a:extLst>
              <a:ext uri="{FF2B5EF4-FFF2-40B4-BE49-F238E27FC236}">
                <a16:creationId xmlns:a16="http://schemas.microsoft.com/office/drawing/2014/main" id="{FEB515B5-2D9F-58E1-6E3C-CCBF105D891E}"/>
              </a:ext>
              <a:ext uri="{C183D7F6-B498-43B3-948B-1728B52AA6E4}">
                <adec:decorative xmlns:adec="http://schemas.microsoft.com/office/drawing/2017/decorative" val="1"/>
              </a:ext>
            </a:extLst>
          </p:cNvPr>
          <p:cNvSpPr/>
          <p:nvPr userDrawn="1"/>
        </p:nvSpPr>
        <p:spPr>
          <a:xfrm>
            <a:off x="7527501" y="0"/>
            <a:ext cx="4671276" cy="6857999"/>
          </a:xfrm>
          <a:custGeom>
            <a:avLst/>
            <a:gdLst>
              <a:gd name="connsiteX0" fmla="*/ 3416476 w 4653374"/>
              <a:gd name="connsiteY0" fmla="*/ 0 h 6831717"/>
              <a:gd name="connsiteX1" fmla="*/ 4653374 w 4653374"/>
              <a:gd name="connsiteY1" fmla="*/ 0 h 6831717"/>
              <a:gd name="connsiteX2" fmla="*/ 4653374 w 4653374"/>
              <a:gd name="connsiteY2" fmla="*/ 6831717 h 6831717"/>
              <a:gd name="connsiteX3" fmla="*/ 3416476 w 4653374"/>
              <a:gd name="connsiteY3" fmla="*/ 6831717 h 6831717"/>
              <a:gd name="connsiteX4" fmla="*/ 0 w 4653374"/>
              <a:gd name="connsiteY4" fmla="*/ 3415863 h 6831717"/>
              <a:gd name="connsiteX5" fmla="*/ 3416476 w 4653374"/>
              <a:gd name="connsiteY5" fmla="*/ 0 h 6831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653374" h="6831717">
                <a:moveTo>
                  <a:pt x="3416476" y="0"/>
                </a:moveTo>
                <a:lnTo>
                  <a:pt x="4653374" y="0"/>
                </a:lnTo>
                <a:lnTo>
                  <a:pt x="4653374" y="6831717"/>
                </a:lnTo>
                <a:lnTo>
                  <a:pt x="3416476" y="6831717"/>
                </a:lnTo>
                <a:cubicBezTo>
                  <a:pt x="1529612" y="6831717"/>
                  <a:pt x="0" y="5302406"/>
                  <a:pt x="0" y="3415863"/>
                </a:cubicBezTo>
                <a:cubicBezTo>
                  <a:pt x="0" y="1529335"/>
                  <a:pt x="1529607" y="0"/>
                  <a:pt x="3416476" y="0"/>
                </a:cubicBezTo>
                <a:close/>
              </a:path>
            </a:pathLst>
          </a:custGeom>
          <a:solidFill>
            <a:schemeClr val="accent1"/>
          </a:solidFill>
          <a:ln w="4777" cap="flat">
            <a:noFill/>
            <a:prstDash val="solid"/>
            <a:miter/>
          </a:ln>
        </p:spPr>
        <p:txBody>
          <a:bodyPr rtlCol="0" anchor="ctr"/>
          <a:lstStyle/>
          <a:p>
            <a:endParaRPr lang="en-US"/>
          </a:p>
        </p:txBody>
      </p:sp>
      <p:pic>
        <p:nvPicPr>
          <p:cNvPr id="9" name="Image 2">
            <a:extLst>
              <a:ext uri="{FF2B5EF4-FFF2-40B4-BE49-F238E27FC236}">
                <a16:creationId xmlns:a16="http://schemas.microsoft.com/office/drawing/2014/main" id="{5CCFEDF9-5B69-87BA-8A33-35033DA4013F}"/>
              </a:ext>
              <a:ext uri="{C183D7F6-B498-43B3-948B-1728B52AA6E4}">
                <adec:decorative xmlns:adec="http://schemas.microsoft.com/office/drawing/2017/decorative" val="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8766586" y="0"/>
            <a:ext cx="3432191" cy="3432191"/>
          </a:xfrm>
          <a:prstGeom prst="rect">
            <a:avLst/>
          </a:prstGeom>
        </p:spPr>
      </p:pic>
      <p:sp>
        <p:nvSpPr>
          <p:cNvPr id="2" name="Title 1"/>
          <p:cNvSpPr>
            <a:spLocks noGrp="1"/>
          </p:cNvSpPr>
          <p:nvPr>
            <p:ph type="ctrTitle" hasCustomPrompt="1"/>
          </p:nvPr>
        </p:nvSpPr>
        <p:spPr>
          <a:xfrm>
            <a:off x="914401" y="849782"/>
            <a:ext cx="5715000" cy="2727709"/>
          </a:xfrm>
        </p:spPr>
        <p:txBody>
          <a:bodyPr tIns="0" bIns="0" anchor="b" anchorCtr="0">
            <a:noAutofit/>
          </a:bodyPr>
          <a:lstStyle>
            <a:lvl1pPr algn="l">
              <a:lnSpc>
                <a:spcPct val="100000"/>
              </a:lnSpc>
              <a:defRPr sz="3600"/>
            </a:lvl1pPr>
          </a:lstStyle>
          <a:p>
            <a:r>
              <a:rPr lang="en-US"/>
              <a:t>Click to add title</a:t>
            </a:r>
          </a:p>
        </p:txBody>
      </p:sp>
      <p:sp>
        <p:nvSpPr>
          <p:cNvPr id="6" name="Subtitle 2">
            <a:extLst>
              <a:ext uri="{FF2B5EF4-FFF2-40B4-BE49-F238E27FC236}">
                <a16:creationId xmlns:a16="http://schemas.microsoft.com/office/drawing/2014/main" id="{86F10CB4-CF79-A942-DA9C-04CBB7C89DC3}"/>
              </a:ext>
            </a:extLst>
          </p:cNvPr>
          <p:cNvSpPr>
            <a:spLocks noGrp="1"/>
          </p:cNvSpPr>
          <p:nvPr>
            <p:ph type="subTitle" idx="1" hasCustomPrompt="1"/>
          </p:nvPr>
        </p:nvSpPr>
        <p:spPr>
          <a:xfrm>
            <a:off x="914401" y="3813606"/>
            <a:ext cx="5715000" cy="2234642"/>
          </a:xfrm>
        </p:spPr>
        <p:txBody>
          <a:bodyPr lIns="91440" tIns="0" rIns="91440" bIns="0" anchor="t" anchorCtr="0">
            <a:normAutofit/>
          </a:bodyPr>
          <a:lstStyle>
            <a:lvl1pPr marL="0" indent="0" algn="l">
              <a:spcBef>
                <a:spcPts val="576"/>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Tree>
    <p:extLst>
      <p:ext uri="{BB962C8B-B14F-4D97-AF65-F5344CB8AC3E}">
        <p14:creationId xmlns:p14="http://schemas.microsoft.com/office/powerpoint/2010/main" val="23728988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2C6B5F91-ABF5-D0B6-E43F-40CEDC3A6DF8}"/>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9" name="Freeform: Shape 8">
            <a:extLst>
              <a:ext uri="{FF2B5EF4-FFF2-40B4-BE49-F238E27FC236}">
                <a16:creationId xmlns:a16="http://schemas.microsoft.com/office/drawing/2014/main" id="{A52D64F1-27B6-A1E5-4F44-A6029FAB307B}"/>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p:txBody>
          <a:bodyPr anchor="ctr" anchorCtr="0"/>
          <a:lstStyle/>
          <a:p>
            <a:r>
              <a:rPr lang="en-US"/>
              <a:t>Click to add title</a:t>
            </a:r>
          </a:p>
        </p:txBody>
      </p:sp>
      <p:sp>
        <p:nvSpPr>
          <p:cNvPr id="5" name="Slide Number Placeholder 4"/>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0718684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Freeform: Shape 5">
            <a:extLst>
              <a:ext uri="{FF2B5EF4-FFF2-40B4-BE49-F238E27FC236}">
                <a16:creationId xmlns:a16="http://schemas.microsoft.com/office/drawing/2014/main" id="{A626DE4B-D4E5-B36A-89FA-7C0E87AFC31D}"/>
              </a:ext>
              <a:ext uri="{C183D7F6-B498-43B3-948B-1728B52AA6E4}">
                <adec:decorative xmlns:adec="http://schemas.microsoft.com/office/drawing/2017/decorative" val="1"/>
              </a:ext>
            </a:extLst>
          </p:cNvPr>
          <p:cNvSpPr/>
          <p:nvPr userDrawn="1"/>
        </p:nvSpPr>
        <p:spPr>
          <a:xfrm>
            <a:off x="1" y="0"/>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8" name="Freeform: Shape 7">
            <a:extLst>
              <a:ext uri="{FF2B5EF4-FFF2-40B4-BE49-F238E27FC236}">
                <a16:creationId xmlns:a16="http://schemas.microsoft.com/office/drawing/2014/main" id="{95243571-BE64-3777-F992-88FC43A60537}"/>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4" name="Slide Number Placeholder 3"/>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58118286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ADFAE2CB-0EAD-E788-FCB7-FB12F6939199}"/>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758952" y="758952"/>
            <a:ext cx="3932237" cy="1524662"/>
          </a:xfrm>
        </p:spPr>
        <p:txBody>
          <a:bodyPr anchor="b"/>
          <a:lstStyle>
            <a:lvl1pPr>
              <a:lnSpc>
                <a:spcPct val="100000"/>
              </a:lnSpc>
              <a:defRPr sz="3200"/>
            </a:lvl1pPr>
          </a:lstStyle>
          <a:p>
            <a:r>
              <a:rPr lang="en-US"/>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
        <p:nvSpPr>
          <p:cNvPr id="4" name="Text Placeholder 3"/>
          <p:cNvSpPr>
            <a:spLocks noGrp="1"/>
          </p:cNvSpPr>
          <p:nvPr>
            <p:ph type="body" sz="half" idx="2" hasCustomPrompt="1"/>
          </p:nvPr>
        </p:nvSpPr>
        <p:spPr>
          <a:xfrm>
            <a:off x="758952" y="2286000"/>
            <a:ext cx="3932237" cy="3567086"/>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text</a:t>
            </a:r>
          </a:p>
        </p:txBody>
      </p:sp>
      <p:sp>
        <p:nvSpPr>
          <p:cNvPr id="3" name="Content Placeholder 2"/>
          <p:cNvSpPr>
            <a:spLocks noGrp="1"/>
          </p:cNvSpPr>
          <p:nvPr>
            <p:ph idx="1" hasCustomPrompt="1"/>
          </p:nvPr>
        </p:nvSpPr>
        <p:spPr>
          <a:xfrm>
            <a:off x="5183187" y="741459"/>
            <a:ext cx="6242839" cy="5119592"/>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4500552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Freeform: Shape 10">
            <a:extLst>
              <a:ext uri="{FF2B5EF4-FFF2-40B4-BE49-F238E27FC236}">
                <a16:creationId xmlns:a16="http://schemas.microsoft.com/office/drawing/2014/main" id="{CAA6B609-D718-DB49-892F-7E49376CC913}"/>
              </a:ext>
              <a:ext uri="{C183D7F6-B498-43B3-948B-1728B52AA6E4}">
                <adec:decorative xmlns:adec="http://schemas.microsoft.com/office/drawing/2017/decorative" val="1"/>
              </a:ext>
            </a:extLst>
          </p:cNvPr>
          <p:cNvSpPr/>
          <p:nvPr userDrawn="1"/>
        </p:nvSpPr>
        <p:spPr>
          <a:xfrm flipH="1" flipV="1">
            <a:off x="9949173" y="4755034"/>
            <a:ext cx="2242827" cy="2102966"/>
          </a:xfrm>
          <a:custGeom>
            <a:avLst/>
            <a:gdLst>
              <a:gd name="connsiteX0" fmla="*/ 2220549 w 2242827"/>
              <a:gd name="connsiteY0" fmla="*/ 0 h 2102966"/>
              <a:gd name="connsiteX1" fmla="*/ 2242827 w 2242827"/>
              <a:gd name="connsiteY1" fmla="*/ 0 h 2102966"/>
              <a:gd name="connsiteX2" fmla="*/ 2238641 w 2242827"/>
              <a:gd name="connsiteY2" fmla="*/ 82607 h 2102966"/>
              <a:gd name="connsiteX3" fmla="*/ 1 w 2242827"/>
              <a:gd name="connsiteY3" fmla="*/ 2102966 h 2102966"/>
              <a:gd name="connsiteX4" fmla="*/ 1 w 2242827"/>
              <a:gd name="connsiteY4" fmla="*/ 2080690 h 2102966"/>
              <a:gd name="connsiteX5" fmla="*/ 2216479 w 2242827"/>
              <a:gd name="connsiteY5" fmla="*/ 80336 h 2102966"/>
              <a:gd name="connsiteX6" fmla="*/ 2098030 w 2242827"/>
              <a:gd name="connsiteY6" fmla="*/ 0 h 2102966"/>
              <a:gd name="connsiteX7" fmla="*/ 2120412 w 2242827"/>
              <a:gd name="connsiteY7" fmla="*/ 0 h 2102966"/>
              <a:gd name="connsiteX8" fmla="*/ 2116859 w 2242827"/>
              <a:gd name="connsiteY8" fmla="*/ 70117 h 2102966"/>
              <a:gd name="connsiteX9" fmla="*/ 1 w 2242827"/>
              <a:gd name="connsiteY9" fmla="*/ 1980571 h 2102966"/>
              <a:gd name="connsiteX10" fmla="*/ 1 w 2242827"/>
              <a:gd name="connsiteY10" fmla="*/ 1958295 h 2102966"/>
              <a:gd name="connsiteX11" fmla="*/ 2094588 w 2242827"/>
              <a:gd name="connsiteY11" fmla="*/ 67938 h 2102966"/>
              <a:gd name="connsiteX12" fmla="*/ 1975608 w 2242827"/>
              <a:gd name="connsiteY12" fmla="*/ 0 h 2102966"/>
              <a:gd name="connsiteX13" fmla="*/ 1997887 w 2242827"/>
              <a:gd name="connsiteY13" fmla="*/ 0 h 2102966"/>
              <a:gd name="connsiteX14" fmla="*/ 1994968 w 2242827"/>
              <a:gd name="connsiteY14" fmla="*/ 57611 h 2102966"/>
              <a:gd name="connsiteX15" fmla="*/ 1 w 2242827"/>
              <a:gd name="connsiteY15" fmla="*/ 1858047 h 2102966"/>
              <a:gd name="connsiteX16" fmla="*/ 1 w 2242827"/>
              <a:gd name="connsiteY16" fmla="*/ 1835771 h 2102966"/>
              <a:gd name="connsiteX17" fmla="*/ 1972805 w 2242827"/>
              <a:gd name="connsiteY17" fmla="*/ 55322 h 2102966"/>
              <a:gd name="connsiteX18" fmla="*/ 1853193 w 2242827"/>
              <a:gd name="connsiteY18" fmla="*/ 0 h 2102966"/>
              <a:gd name="connsiteX19" fmla="*/ 1875472 w 2242827"/>
              <a:gd name="connsiteY19" fmla="*/ 0 h 2102966"/>
              <a:gd name="connsiteX20" fmla="*/ 1873186 w 2242827"/>
              <a:gd name="connsiteY20" fmla="*/ 45119 h 2102966"/>
              <a:gd name="connsiteX21" fmla="*/ 0 w 2242827"/>
              <a:gd name="connsiteY21" fmla="*/ 1735650 h 2102966"/>
              <a:gd name="connsiteX22" fmla="*/ 0 w 2242827"/>
              <a:gd name="connsiteY22" fmla="*/ 1713374 h 2102966"/>
              <a:gd name="connsiteX23" fmla="*/ 1851022 w 2242827"/>
              <a:gd name="connsiteY23" fmla="*/ 42848 h 2102966"/>
              <a:gd name="connsiteX24" fmla="*/ 1730668 w 2242827"/>
              <a:gd name="connsiteY24" fmla="*/ 0 h 2102966"/>
              <a:gd name="connsiteX25" fmla="*/ 1753056 w 2242827"/>
              <a:gd name="connsiteY25" fmla="*/ 0 h 2102966"/>
              <a:gd name="connsiteX26" fmla="*/ 1751404 w 2242827"/>
              <a:gd name="connsiteY26" fmla="*/ 32610 h 2102966"/>
              <a:gd name="connsiteX27" fmla="*/ 0 w 2242827"/>
              <a:gd name="connsiteY27" fmla="*/ 1613232 h 2102966"/>
              <a:gd name="connsiteX28" fmla="*/ 0 w 2242827"/>
              <a:gd name="connsiteY28" fmla="*/ 1590961 h 2102966"/>
              <a:gd name="connsiteX29" fmla="*/ 1729127 w 2242827"/>
              <a:gd name="connsiteY29" fmla="*/ 30432 h 2102966"/>
              <a:gd name="connsiteX30" fmla="*/ 1608247 w 2242827"/>
              <a:gd name="connsiteY30" fmla="*/ 0 h 2102966"/>
              <a:gd name="connsiteX31" fmla="*/ 1630525 w 2242827"/>
              <a:gd name="connsiteY31" fmla="*/ 0 h 2102966"/>
              <a:gd name="connsiteX32" fmla="*/ 1629507 w 2242827"/>
              <a:gd name="connsiteY32" fmla="*/ 20086 h 2102966"/>
              <a:gd name="connsiteX33" fmla="*/ 0 w 2242827"/>
              <a:gd name="connsiteY33" fmla="*/ 1490712 h 2102966"/>
              <a:gd name="connsiteX34" fmla="*/ 0 w 2242827"/>
              <a:gd name="connsiteY34" fmla="*/ 1468436 h 2102966"/>
              <a:gd name="connsiteX35" fmla="*/ 1607345 w 2242827"/>
              <a:gd name="connsiteY35" fmla="*/ 17816 h 2102966"/>
              <a:gd name="connsiteX36" fmla="*/ 1485833 w 2242827"/>
              <a:gd name="connsiteY36" fmla="*/ 0 h 2102966"/>
              <a:gd name="connsiteX37" fmla="*/ 1508109 w 2242827"/>
              <a:gd name="connsiteY37" fmla="*/ 0 h 2102966"/>
              <a:gd name="connsiteX38" fmla="*/ 1507724 w 2242827"/>
              <a:gd name="connsiteY38" fmla="*/ 7596 h 2102966"/>
              <a:gd name="connsiteX39" fmla="*/ 0 w 2242827"/>
              <a:gd name="connsiteY39" fmla="*/ 1368317 h 2102966"/>
              <a:gd name="connsiteX40" fmla="*/ 0 w 2242827"/>
              <a:gd name="connsiteY40" fmla="*/ 1346041 h 2102966"/>
              <a:gd name="connsiteX41" fmla="*/ 1485563 w 2242827"/>
              <a:gd name="connsiteY41" fmla="*/ 5325 h 2102966"/>
              <a:gd name="connsiteX42" fmla="*/ 1362591 w 2242827"/>
              <a:gd name="connsiteY42" fmla="*/ 0 h 2102966"/>
              <a:gd name="connsiteX43" fmla="*/ 1385194 w 2242827"/>
              <a:gd name="connsiteY43" fmla="*/ 0 h 2102966"/>
              <a:gd name="connsiteX44" fmla="*/ 1364797 w 2242827"/>
              <a:gd name="connsiteY44" fmla="*/ 133264 h 2102966"/>
              <a:gd name="connsiteX45" fmla="*/ 0 w 2242827"/>
              <a:gd name="connsiteY45" fmla="*/ 1245917 h 2102966"/>
              <a:gd name="connsiteX46" fmla="*/ 0 w 2242827"/>
              <a:gd name="connsiteY46" fmla="*/ 1223641 h 2102966"/>
              <a:gd name="connsiteX47" fmla="*/ 1342864 w 2242827"/>
              <a:gd name="connsiteY47" fmla="*/ 128894 h 2102966"/>
              <a:gd name="connsiteX48" fmla="*/ 1238878 w 2242827"/>
              <a:gd name="connsiteY48" fmla="*/ 0 h 2102966"/>
              <a:gd name="connsiteX49" fmla="*/ 1261388 w 2242827"/>
              <a:gd name="connsiteY49" fmla="*/ 0 h 2102966"/>
              <a:gd name="connsiteX50" fmla="*/ 1244763 w 2242827"/>
              <a:gd name="connsiteY50" fmla="*/ 108614 h 2102966"/>
              <a:gd name="connsiteX51" fmla="*/ 0 w 2242827"/>
              <a:gd name="connsiteY51" fmla="*/ 1123397 h 2102966"/>
              <a:gd name="connsiteX52" fmla="*/ 0 w 2242827"/>
              <a:gd name="connsiteY52" fmla="*/ 1101121 h 2102966"/>
              <a:gd name="connsiteX53" fmla="*/ 1222940 w 2242827"/>
              <a:gd name="connsiteY53" fmla="*/ 104135 h 2102966"/>
              <a:gd name="connsiteX54" fmla="*/ 1115178 w 2242827"/>
              <a:gd name="connsiteY54" fmla="*/ 0 h 2102966"/>
              <a:gd name="connsiteX55" fmla="*/ 1137688 w 2242827"/>
              <a:gd name="connsiteY55" fmla="*/ 0 h 2102966"/>
              <a:gd name="connsiteX56" fmla="*/ 1124836 w 2242827"/>
              <a:gd name="connsiteY56" fmla="*/ 83962 h 2102966"/>
              <a:gd name="connsiteX57" fmla="*/ 0 w 2242827"/>
              <a:gd name="connsiteY57" fmla="*/ 1000978 h 2102966"/>
              <a:gd name="connsiteX58" fmla="*/ 0 w 2242827"/>
              <a:gd name="connsiteY58" fmla="*/ 978703 h 2102966"/>
              <a:gd name="connsiteX59" fmla="*/ 1103012 w 2242827"/>
              <a:gd name="connsiteY59" fmla="*/ 79485 h 2102966"/>
              <a:gd name="connsiteX60" fmla="*/ 991375 w 2242827"/>
              <a:gd name="connsiteY60" fmla="*/ 0 h 2102966"/>
              <a:gd name="connsiteX61" fmla="*/ 1013997 w 2242827"/>
              <a:gd name="connsiteY61" fmla="*/ 0 h 2102966"/>
              <a:gd name="connsiteX62" fmla="*/ 1004915 w 2242827"/>
              <a:gd name="connsiteY62" fmla="*/ 59331 h 2102966"/>
              <a:gd name="connsiteX63" fmla="*/ 0 w 2242827"/>
              <a:gd name="connsiteY63" fmla="*/ 878583 h 2102966"/>
              <a:gd name="connsiteX64" fmla="*/ 0 w 2242827"/>
              <a:gd name="connsiteY64" fmla="*/ 856307 h 2102966"/>
              <a:gd name="connsiteX65" fmla="*/ 982981 w 2242827"/>
              <a:gd name="connsiteY65" fmla="*/ 54853 h 2102966"/>
              <a:gd name="connsiteX66" fmla="*/ 866108 w 2242827"/>
              <a:gd name="connsiteY66" fmla="*/ 0 h 2102966"/>
              <a:gd name="connsiteX67" fmla="*/ 888384 w 2242827"/>
              <a:gd name="connsiteY67" fmla="*/ 0 h 2102966"/>
              <a:gd name="connsiteX68" fmla="*/ 884876 w 2242827"/>
              <a:gd name="connsiteY68" fmla="*/ 34680 h 2102966"/>
              <a:gd name="connsiteX69" fmla="*/ 0 w 2242827"/>
              <a:gd name="connsiteY69" fmla="*/ 756058 h 2102966"/>
              <a:gd name="connsiteX70" fmla="*/ 0 w 2242827"/>
              <a:gd name="connsiteY70" fmla="*/ 733782 h 2102966"/>
              <a:gd name="connsiteX71" fmla="*/ 863057 w 2242827"/>
              <a:gd name="connsiteY71" fmla="*/ 30169 h 2102966"/>
              <a:gd name="connsiteX72" fmla="*/ 743692 w 2242827"/>
              <a:gd name="connsiteY72" fmla="*/ 0 h 2102966"/>
              <a:gd name="connsiteX73" fmla="*/ 765973 w 2242827"/>
              <a:gd name="connsiteY73" fmla="*/ 0 h 2102966"/>
              <a:gd name="connsiteX74" fmla="*/ 764957 w 2242827"/>
              <a:gd name="connsiteY74" fmla="*/ 10048 h 2102966"/>
              <a:gd name="connsiteX75" fmla="*/ 0 w 2242827"/>
              <a:gd name="connsiteY75" fmla="*/ 633662 h 2102966"/>
              <a:gd name="connsiteX76" fmla="*/ 0 w 2242827"/>
              <a:gd name="connsiteY76" fmla="*/ 611386 h 2102966"/>
              <a:gd name="connsiteX77" fmla="*/ 743129 w 2242827"/>
              <a:gd name="connsiteY77" fmla="*/ 5570 h 2102966"/>
              <a:gd name="connsiteX78" fmla="*/ 617163 w 2242827"/>
              <a:gd name="connsiteY78" fmla="*/ 0 h 2102966"/>
              <a:gd name="connsiteX79" fmla="*/ 640489 w 2242827"/>
              <a:gd name="connsiteY79" fmla="*/ 0 h 2102966"/>
              <a:gd name="connsiteX80" fmla="*/ 606611 w 2242827"/>
              <a:gd name="connsiteY80" fmla="*/ 108906 h 2102966"/>
              <a:gd name="connsiteX81" fmla="*/ 0 w 2242827"/>
              <a:gd name="connsiteY81" fmla="*/ 511248 h 2102966"/>
              <a:gd name="connsiteX82" fmla="*/ 0 w 2242827"/>
              <a:gd name="connsiteY82" fmla="*/ 488972 h 2102966"/>
              <a:gd name="connsiteX83" fmla="*/ 585980 w 2242827"/>
              <a:gd name="connsiteY83" fmla="*/ 100252 h 2102966"/>
              <a:gd name="connsiteX84" fmla="*/ 489561 w 2242827"/>
              <a:gd name="connsiteY84" fmla="*/ 0 h 2102966"/>
              <a:gd name="connsiteX85" fmla="*/ 512789 w 2242827"/>
              <a:gd name="connsiteY85" fmla="*/ 0 h 2102966"/>
              <a:gd name="connsiteX86" fmla="*/ 493721 w 2242827"/>
              <a:gd name="connsiteY86" fmla="*/ 61289 h 2102966"/>
              <a:gd name="connsiteX87" fmla="*/ 0 w 2242827"/>
              <a:gd name="connsiteY87" fmla="*/ 388735 h 2102966"/>
              <a:gd name="connsiteX88" fmla="*/ 0 w 2242827"/>
              <a:gd name="connsiteY88" fmla="*/ 366459 h 2102966"/>
              <a:gd name="connsiteX89" fmla="*/ 473199 w 2242827"/>
              <a:gd name="connsiteY89" fmla="*/ 52587 h 2102966"/>
              <a:gd name="connsiteX90" fmla="*/ 361966 w 2242827"/>
              <a:gd name="connsiteY90" fmla="*/ 0 h 2102966"/>
              <a:gd name="connsiteX91" fmla="*/ 385181 w 2242827"/>
              <a:gd name="connsiteY91" fmla="*/ 0 h 2102966"/>
              <a:gd name="connsiteX92" fmla="*/ 380937 w 2242827"/>
              <a:gd name="connsiteY92" fmla="*/ 13636 h 2102966"/>
              <a:gd name="connsiteX93" fmla="*/ 0 w 2242827"/>
              <a:gd name="connsiteY93" fmla="*/ 266328 h 2102966"/>
              <a:gd name="connsiteX94" fmla="*/ 0 w 2242827"/>
              <a:gd name="connsiteY94" fmla="*/ 244052 h 2102966"/>
              <a:gd name="connsiteX95" fmla="*/ 360416 w 2242827"/>
              <a:gd name="connsiteY95" fmla="*/ 4982 h 2102966"/>
              <a:gd name="connsiteX96" fmla="*/ 218905 w 2242827"/>
              <a:gd name="connsiteY96" fmla="*/ 0 h 2102966"/>
              <a:gd name="connsiteX97" fmla="*/ 249720 w 2242827"/>
              <a:gd name="connsiteY97" fmla="*/ 0 h 2102966"/>
              <a:gd name="connsiteX98" fmla="*/ 241311 w 2242827"/>
              <a:gd name="connsiteY98" fmla="*/ 15475 h 2102966"/>
              <a:gd name="connsiteX99" fmla="*/ 0 w 2242827"/>
              <a:gd name="connsiteY99" fmla="*/ 143932 h 2102966"/>
              <a:gd name="connsiteX100" fmla="*/ 0 w 2242827"/>
              <a:gd name="connsiteY100" fmla="*/ 121656 h 2102966"/>
              <a:gd name="connsiteX101" fmla="*/ 189966 w 2242827"/>
              <a:gd name="connsiteY101" fmla="*/ 42875 h 21029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2242827" h="2102966">
                <a:moveTo>
                  <a:pt x="2220549" y="0"/>
                </a:moveTo>
                <a:lnTo>
                  <a:pt x="2242827" y="0"/>
                </a:lnTo>
                <a:lnTo>
                  <a:pt x="2238641" y="82607"/>
                </a:lnTo>
                <a:cubicBezTo>
                  <a:pt x="2123193" y="1215807"/>
                  <a:pt x="1163255" y="2102966"/>
                  <a:pt x="1" y="2102966"/>
                </a:cubicBezTo>
                <a:lnTo>
                  <a:pt x="1" y="2080690"/>
                </a:lnTo>
                <a:cubicBezTo>
                  <a:pt x="1151759" y="2080690"/>
                  <a:pt x="2102176" y="1202330"/>
                  <a:pt x="2216479" y="80336"/>
                </a:cubicBezTo>
                <a:close/>
                <a:moveTo>
                  <a:pt x="2098030" y="0"/>
                </a:moveTo>
                <a:lnTo>
                  <a:pt x="2120412" y="0"/>
                </a:lnTo>
                <a:lnTo>
                  <a:pt x="2116859" y="70117"/>
                </a:lnTo>
                <a:cubicBezTo>
                  <a:pt x="2007691" y="1141666"/>
                  <a:pt x="1099966" y="1980571"/>
                  <a:pt x="1" y="1980571"/>
                </a:cubicBezTo>
                <a:lnTo>
                  <a:pt x="1" y="1958295"/>
                </a:lnTo>
                <a:cubicBezTo>
                  <a:pt x="1088470" y="1958295"/>
                  <a:pt x="1986577" y="1128187"/>
                  <a:pt x="2094588" y="67938"/>
                </a:cubicBezTo>
                <a:close/>
                <a:moveTo>
                  <a:pt x="1975608" y="0"/>
                </a:moveTo>
                <a:lnTo>
                  <a:pt x="1997887" y="0"/>
                </a:lnTo>
                <a:lnTo>
                  <a:pt x="1994968" y="57611"/>
                </a:lnTo>
                <a:cubicBezTo>
                  <a:pt x="1892090" y="1067493"/>
                  <a:pt x="1036676" y="1858047"/>
                  <a:pt x="1" y="1858047"/>
                </a:cubicBezTo>
                <a:lnTo>
                  <a:pt x="1" y="1835771"/>
                </a:lnTo>
                <a:cubicBezTo>
                  <a:pt x="1025181" y="1835771"/>
                  <a:pt x="1871073" y="1053919"/>
                  <a:pt x="1972805" y="55322"/>
                </a:cubicBezTo>
                <a:close/>
                <a:moveTo>
                  <a:pt x="1853193" y="0"/>
                </a:moveTo>
                <a:lnTo>
                  <a:pt x="1875472" y="0"/>
                </a:lnTo>
                <a:lnTo>
                  <a:pt x="1873186" y="45119"/>
                </a:lnTo>
                <a:cubicBezTo>
                  <a:pt x="1776588" y="993350"/>
                  <a:pt x="973388" y="1735650"/>
                  <a:pt x="0" y="1735650"/>
                </a:cubicBezTo>
                <a:lnTo>
                  <a:pt x="0" y="1713374"/>
                </a:lnTo>
                <a:cubicBezTo>
                  <a:pt x="961784" y="1713374"/>
                  <a:pt x="1755557" y="979877"/>
                  <a:pt x="1851022" y="42848"/>
                </a:cubicBezTo>
                <a:close/>
                <a:moveTo>
                  <a:pt x="1730668" y="0"/>
                </a:moveTo>
                <a:lnTo>
                  <a:pt x="1753056" y="0"/>
                </a:lnTo>
                <a:lnTo>
                  <a:pt x="1751404" y="32610"/>
                </a:lnTo>
                <a:cubicBezTo>
                  <a:pt x="1661086" y="919190"/>
                  <a:pt x="910098" y="1613232"/>
                  <a:pt x="0" y="1613232"/>
                </a:cubicBezTo>
                <a:lnTo>
                  <a:pt x="0" y="1590961"/>
                </a:lnTo>
                <a:cubicBezTo>
                  <a:pt x="898495" y="1590961"/>
                  <a:pt x="1639954" y="905712"/>
                  <a:pt x="1729127" y="30432"/>
                </a:cubicBezTo>
                <a:close/>
                <a:moveTo>
                  <a:pt x="1608247" y="0"/>
                </a:moveTo>
                <a:lnTo>
                  <a:pt x="1630525" y="0"/>
                </a:lnTo>
                <a:lnTo>
                  <a:pt x="1629507" y="20086"/>
                </a:lnTo>
                <a:cubicBezTo>
                  <a:pt x="1545469" y="844919"/>
                  <a:pt x="846701" y="1490712"/>
                  <a:pt x="0" y="1490712"/>
                </a:cubicBezTo>
                <a:lnTo>
                  <a:pt x="0" y="1468436"/>
                </a:lnTo>
                <a:cubicBezTo>
                  <a:pt x="835206" y="1468436"/>
                  <a:pt x="1524451" y="831445"/>
                  <a:pt x="1607345" y="17816"/>
                </a:cubicBezTo>
                <a:close/>
                <a:moveTo>
                  <a:pt x="1485833" y="0"/>
                </a:moveTo>
                <a:lnTo>
                  <a:pt x="1508109" y="0"/>
                </a:lnTo>
                <a:lnTo>
                  <a:pt x="1507724" y="7596"/>
                </a:lnTo>
                <a:cubicBezTo>
                  <a:pt x="1429966" y="770778"/>
                  <a:pt x="783416" y="1368317"/>
                  <a:pt x="0" y="1368317"/>
                </a:cubicBezTo>
                <a:lnTo>
                  <a:pt x="0" y="1346041"/>
                </a:lnTo>
                <a:cubicBezTo>
                  <a:pt x="771917" y="1346041"/>
                  <a:pt x="1408949" y="757304"/>
                  <a:pt x="1485563" y="5325"/>
                </a:cubicBezTo>
                <a:close/>
                <a:moveTo>
                  <a:pt x="1362591" y="0"/>
                </a:moveTo>
                <a:lnTo>
                  <a:pt x="1385194" y="0"/>
                </a:lnTo>
                <a:lnTo>
                  <a:pt x="1364797" y="133264"/>
                </a:lnTo>
                <a:cubicBezTo>
                  <a:pt x="1234684" y="767432"/>
                  <a:pt x="672215" y="1245917"/>
                  <a:pt x="0" y="1245917"/>
                </a:cubicBezTo>
                <a:lnTo>
                  <a:pt x="0" y="1223641"/>
                </a:lnTo>
                <a:cubicBezTo>
                  <a:pt x="661385" y="1223641"/>
                  <a:pt x="1214835" y="752908"/>
                  <a:pt x="1342864" y="128894"/>
                </a:cubicBezTo>
                <a:close/>
                <a:moveTo>
                  <a:pt x="1238878" y="0"/>
                </a:moveTo>
                <a:lnTo>
                  <a:pt x="1261388" y="0"/>
                </a:lnTo>
                <a:lnTo>
                  <a:pt x="1244763" y="108614"/>
                </a:lnTo>
                <a:cubicBezTo>
                  <a:pt x="1126083" y="687031"/>
                  <a:pt x="613049" y="1123397"/>
                  <a:pt x="0" y="1123397"/>
                </a:cubicBezTo>
                <a:lnTo>
                  <a:pt x="0" y="1101121"/>
                </a:lnTo>
                <a:cubicBezTo>
                  <a:pt x="602316" y="1101121"/>
                  <a:pt x="1106344" y="672419"/>
                  <a:pt x="1222940" y="104135"/>
                </a:cubicBezTo>
                <a:close/>
                <a:moveTo>
                  <a:pt x="1115178" y="0"/>
                </a:moveTo>
                <a:lnTo>
                  <a:pt x="1137688" y="0"/>
                </a:lnTo>
                <a:lnTo>
                  <a:pt x="1124836" y="83962"/>
                </a:lnTo>
                <a:cubicBezTo>
                  <a:pt x="1017592" y="606647"/>
                  <a:pt x="553979" y="1000978"/>
                  <a:pt x="0" y="1000978"/>
                </a:cubicBezTo>
                <a:lnTo>
                  <a:pt x="0" y="978703"/>
                </a:lnTo>
                <a:cubicBezTo>
                  <a:pt x="543246" y="978703"/>
                  <a:pt x="997852" y="592039"/>
                  <a:pt x="1103012" y="79485"/>
                </a:cubicBezTo>
                <a:close/>
                <a:moveTo>
                  <a:pt x="991375" y="0"/>
                </a:moveTo>
                <a:lnTo>
                  <a:pt x="1013997" y="0"/>
                </a:lnTo>
                <a:lnTo>
                  <a:pt x="1004915" y="59331"/>
                </a:lnTo>
                <a:cubicBezTo>
                  <a:pt x="909100" y="526286"/>
                  <a:pt x="494909" y="878583"/>
                  <a:pt x="0" y="878583"/>
                </a:cubicBezTo>
                <a:lnTo>
                  <a:pt x="0" y="856307"/>
                </a:lnTo>
                <a:cubicBezTo>
                  <a:pt x="484176" y="856307"/>
                  <a:pt x="889272" y="511676"/>
                  <a:pt x="982981" y="54853"/>
                </a:cubicBezTo>
                <a:close/>
                <a:moveTo>
                  <a:pt x="866108" y="0"/>
                </a:moveTo>
                <a:lnTo>
                  <a:pt x="888384" y="0"/>
                </a:lnTo>
                <a:lnTo>
                  <a:pt x="884876" y="34680"/>
                </a:lnTo>
                <a:cubicBezTo>
                  <a:pt x="800495" y="445883"/>
                  <a:pt x="435739" y="756058"/>
                  <a:pt x="0" y="756058"/>
                </a:cubicBezTo>
                <a:lnTo>
                  <a:pt x="0" y="733782"/>
                </a:lnTo>
                <a:cubicBezTo>
                  <a:pt x="425107" y="733782"/>
                  <a:pt x="780781" y="431187"/>
                  <a:pt x="863057" y="30169"/>
                </a:cubicBezTo>
                <a:close/>
                <a:moveTo>
                  <a:pt x="743692" y="0"/>
                </a:moveTo>
                <a:lnTo>
                  <a:pt x="765973" y="0"/>
                </a:lnTo>
                <a:lnTo>
                  <a:pt x="764957" y="10048"/>
                </a:lnTo>
                <a:cubicBezTo>
                  <a:pt x="692029" y="365521"/>
                  <a:pt x="376767" y="633662"/>
                  <a:pt x="0" y="633662"/>
                </a:cubicBezTo>
                <a:lnTo>
                  <a:pt x="0" y="611386"/>
                </a:lnTo>
                <a:cubicBezTo>
                  <a:pt x="365938" y="611386"/>
                  <a:pt x="672265" y="350911"/>
                  <a:pt x="743129" y="5570"/>
                </a:cubicBezTo>
                <a:close/>
                <a:moveTo>
                  <a:pt x="617163" y="0"/>
                </a:moveTo>
                <a:lnTo>
                  <a:pt x="640489" y="0"/>
                </a:lnTo>
                <a:lnTo>
                  <a:pt x="606611" y="108906"/>
                </a:lnTo>
                <a:cubicBezTo>
                  <a:pt x="506524" y="345128"/>
                  <a:pt x="272312" y="511248"/>
                  <a:pt x="0" y="511248"/>
                </a:cubicBezTo>
                <a:lnTo>
                  <a:pt x="0" y="488972"/>
                </a:lnTo>
                <a:cubicBezTo>
                  <a:pt x="263030" y="488972"/>
                  <a:pt x="489290" y="328485"/>
                  <a:pt x="585980" y="100252"/>
                </a:cubicBezTo>
                <a:close/>
                <a:moveTo>
                  <a:pt x="489561" y="0"/>
                </a:moveTo>
                <a:lnTo>
                  <a:pt x="512789" y="0"/>
                </a:lnTo>
                <a:lnTo>
                  <a:pt x="493721" y="61289"/>
                </a:lnTo>
                <a:cubicBezTo>
                  <a:pt x="412246" y="253561"/>
                  <a:pt x="221597" y="388735"/>
                  <a:pt x="0" y="388735"/>
                </a:cubicBezTo>
                <a:lnTo>
                  <a:pt x="0" y="366459"/>
                </a:lnTo>
                <a:cubicBezTo>
                  <a:pt x="212399" y="366459"/>
                  <a:pt x="395116" y="236854"/>
                  <a:pt x="473199" y="52587"/>
                </a:cubicBezTo>
                <a:close/>
                <a:moveTo>
                  <a:pt x="361966" y="0"/>
                </a:moveTo>
                <a:lnTo>
                  <a:pt x="385181" y="0"/>
                </a:lnTo>
                <a:lnTo>
                  <a:pt x="380937" y="13636"/>
                </a:lnTo>
                <a:cubicBezTo>
                  <a:pt x="318070" y="161973"/>
                  <a:pt x="170965" y="266328"/>
                  <a:pt x="0" y="266328"/>
                </a:cubicBezTo>
                <a:lnTo>
                  <a:pt x="0" y="244052"/>
                </a:lnTo>
                <a:cubicBezTo>
                  <a:pt x="161767" y="244052"/>
                  <a:pt x="300940" y="145329"/>
                  <a:pt x="360416" y="4982"/>
                </a:cubicBezTo>
                <a:close/>
                <a:moveTo>
                  <a:pt x="218905" y="0"/>
                </a:moveTo>
                <a:lnTo>
                  <a:pt x="249720" y="0"/>
                </a:lnTo>
                <a:lnTo>
                  <a:pt x="241311" y="15475"/>
                </a:lnTo>
                <a:cubicBezTo>
                  <a:pt x="188962" y="92909"/>
                  <a:pt x="100349" y="143932"/>
                  <a:pt x="0" y="143932"/>
                </a:cubicBezTo>
                <a:lnTo>
                  <a:pt x="0" y="121656"/>
                </a:lnTo>
                <a:cubicBezTo>
                  <a:pt x="74091" y="121656"/>
                  <a:pt x="141290" y="91533"/>
                  <a:pt x="189966" y="42875"/>
                </a:cubicBezTo>
                <a:close/>
              </a:path>
            </a:pathLst>
          </a:custGeom>
          <a:solidFill>
            <a:schemeClr val="accent3">
              <a:lumMod val="20000"/>
              <a:lumOff val="80000"/>
            </a:schemeClr>
          </a:solidFill>
          <a:ln w="4588" cap="flat">
            <a:noFill/>
            <a:prstDash val="solid"/>
            <a:miter/>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lvl="0"/>
            <a:endParaRPr lang="en-US">
              <a:solidFill>
                <a:schemeClr val="tx1"/>
              </a:solidFill>
            </a:endParaRPr>
          </a:p>
        </p:txBody>
      </p:sp>
      <p:sp>
        <p:nvSpPr>
          <p:cNvPr id="2" name="Title 1"/>
          <p:cNvSpPr>
            <a:spLocks noGrp="1"/>
          </p:cNvSpPr>
          <p:nvPr>
            <p:ph type="title" hasCustomPrompt="1"/>
          </p:nvPr>
        </p:nvSpPr>
        <p:spPr>
          <a:xfrm>
            <a:off x="760938" y="755372"/>
            <a:ext cx="3931920" cy="1527048"/>
          </a:xfrm>
        </p:spPr>
        <p:txBody>
          <a:bodyPr anchor="b"/>
          <a:lstStyle>
            <a:lvl1pPr>
              <a:lnSpc>
                <a:spcPct val="100000"/>
              </a:lnSpc>
              <a:defRPr sz="3200"/>
            </a:lvl1pPr>
          </a:lstStyle>
          <a:p>
            <a:r>
              <a:rPr lang="en-US"/>
              <a:t>Click to add title</a:t>
            </a:r>
          </a:p>
        </p:txBody>
      </p:sp>
      <p:sp>
        <p:nvSpPr>
          <p:cNvPr id="7" name="Slide Number Placeholder 6"/>
          <p:cNvSpPr>
            <a:spLocks noGrp="1"/>
          </p:cNvSpPr>
          <p:nvPr>
            <p:ph type="sldNum" sz="quarter" idx="12"/>
          </p:nvPr>
        </p:nvSpPr>
        <p:spPr/>
        <p:txBody>
          <a:bodyPr/>
          <a:lstStyle>
            <a:lvl1pPr>
              <a:defRPr>
                <a:latin typeface="+mn-lt"/>
              </a:defRPr>
            </a:lvl1pPr>
          </a:lstStyle>
          <a:p>
            <a:fld id="{48F63A3B-78C7-47BE-AE5E-E10140E04643}" type="slidenum">
              <a:rPr lang="en-US" smtClean="0"/>
              <a:pPr/>
              <a:t>‹#›</a:t>
            </a:fld>
            <a:endParaRPr lang="en-US"/>
          </a:p>
        </p:txBody>
      </p:sp>
      <p:sp>
        <p:nvSpPr>
          <p:cNvPr id="4" name="Text Placeholder 3"/>
          <p:cNvSpPr>
            <a:spLocks noGrp="1"/>
          </p:cNvSpPr>
          <p:nvPr>
            <p:ph type="body" sz="half" idx="2" hasCustomPrompt="1"/>
          </p:nvPr>
        </p:nvSpPr>
        <p:spPr>
          <a:xfrm>
            <a:off x="760938" y="2286001"/>
            <a:ext cx="3931920"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add text</a:t>
            </a:r>
          </a:p>
        </p:txBody>
      </p:sp>
      <p:sp>
        <p:nvSpPr>
          <p:cNvPr id="3" name="Picture Placeholder 2"/>
          <p:cNvSpPr>
            <a:spLocks noGrp="1" noChangeAspect="1"/>
          </p:cNvSpPr>
          <p:nvPr>
            <p:ph type="pic" idx="1" hasCustomPrompt="1"/>
          </p:nvPr>
        </p:nvSpPr>
        <p:spPr>
          <a:xfrm>
            <a:off x="5262700" y="987425"/>
            <a:ext cx="6172200" cy="4873625"/>
          </a:xfrm>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to add picture</a:t>
            </a:r>
          </a:p>
        </p:txBody>
      </p:sp>
    </p:spTree>
    <p:extLst>
      <p:ext uri="{BB962C8B-B14F-4D97-AF65-F5344CB8AC3E}">
        <p14:creationId xmlns:p14="http://schemas.microsoft.com/office/powerpoint/2010/main" val="22346700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Slide Number Placeholder 5"/>
          <p:cNvSpPr>
            <a:spLocks noGrp="1"/>
          </p:cNvSpPr>
          <p:nvPr>
            <p:ph type="sldNum" sz="quarter" idx="4"/>
          </p:nvPr>
        </p:nvSpPr>
        <p:spPr>
          <a:xfrm>
            <a:off x="10438475" y="457199"/>
            <a:ext cx="987552" cy="244503"/>
          </a:xfrm>
          <a:prstGeom prst="rect">
            <a:avLst/>
          </a:prstGeom>
        </p:spPr>
        <p:txBody>
          <a:bodyPr vert="horz" lIns="91440" tIns="45720" rIns="0" bIns="45720" rtlCol="0" anchor="ctr"/>
          <a:lstStyle>
            <a:lvl1pPr algn="r">
              <a:defRPr sz="1200">
                <a:solidFill>
                  <a:schemeClr val="accent6"/>
                </a:solidFill>
                <a:latin typeface="+mn-lt"/>
                <a:cs typeface="Arial" panose="020B0604020202020204" pitchFamily="34" charset="0"/>
              </a:defRPr>
            </a:lvl1pPr>
          </a:lstStyle>
          <a:p>
            <a:fld id="{48F63A3B-78C7-47BE-AE5E-E10140E04643}" type="slidenum">
              <a:rPr lang="en-US" smtClean="0"/>
              <a:pPr/>
              <a:t>‹#›</a:t>
            </a:fld>
            <a:endParaRPr lang="en-US"/>
          </a:p>
        </p:txBody>
      </p:sp>
      <p:sp>
        <p:nvSpPr>
          <p:cNvPr id="2" name="Title Placeholder 1"/>
          <p:cNvSpPr>
            <a:spLocks noGrp="1"/>
          </p:cNvSpPr>
          <p:nvPr>
            <p:ph type="title"/>
          </p:nvPr>
        </p:nvSpPr>
        <p:spPr>
          <a:xfrm>
            <a:off x="758952" y="731520"/>
            <a:ext cx="10671048" cy="1362057"/>
          </a:xfrm>
          <a:prstGeom prst="rect">
            <a:avLst/>
          </a:prstGeom>
        </p:spPr>
        <p:txBody>
          <a:bodyPr vert="horz" lIns="91440" tIns="45720" rIns="91440" bIns="45720" rtlCol="0" anchor="b" anchorCtr="0">
            <a:noAutofit/>
          </a:bodyPr>
          <a:lstStyle/>
          <a:p>
            <a:r>
              <a:rPr lang="en-US"/>
              <a:t>Click to edit Master title style</a:t>
            </a:r>
          </a:p>
        </p:txBody>
      </p:sp>
      <p:sp>
        <p:nvSpPr>
          <p:cNvPr id="3" name="Text Placeholder 2"/>
          <p:cNvSpPr>
            <a:spLocks noGrp="1"/>
          </p:cNvSpPr>
          <p:nvPr>
            <p:ph type="body" idx="1"/>
          </p:nvPr>
        </p:nvSpPr>
        <p:spPr>
          <a:xfrm>
            <a:off x="758952" y="2103120"/>
            <a:ext cx="10671048"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4833434"/>
      </p:ext>
    </p:extLst>
  </p:cSld>
  <p:clrMap bg1="lt1" tx1="dk1" bg2="lt2" tx2="dk2" accent1="accent1" accent2="accent2" accent3="accent3" accent4="accent4" accent5="accent5" accent6="accent6" hlink="hlink" folHlink="folHlink"/>
  <p:sldLayoutIdLst>
    <p:sldLayoutId id="2147483651" r:id="rId1"/>
    <p:sldLayoutId id="2147483663" r:id="rId2"/>
    <p:sldLayoutId id="2147483680" r:id="rId3"/>
    <p:sldLayoutId id="2147483653" r:id="rId4"/>
    <p:sldLayoutId id="2147483668" r:id="rId5"/>
    <p:sldLayoutId id="2147483685" r:id="rId6"/>
    <p:sldLayoutId id="2147483686" r:id="rId7"/>
    <p:sldLayoutId id="2147483687" r:id="rId8"/>
    <p:sldLayoutId id="2147483688" r:id="rId9"/>
    <p:sldLayoutId id="2147483689" r:id="rId10"/>
    <p:sldLayoutId id="2147483691" r:id="rId11"/>
    <p:sldLayoutId id="2147483692" r:id="rId12"/>
    <p:sldLayoutId id="2147483676" r:id="rId13"/>
    <p:sldLayoutId id="2147483656" r:id="rId14"/>
    <p:sldLayoutId id="2147483657" r:id="rId15"/>
    <p:sldLayoutId id="2147483658" r:id="rId16"/>
    <p:sldLayoutId id="2147483659" r:id="rId17"/>
  </p:sldLayoutIdLst>
  <p:hf hdr="0" ftr="0" dt="0"/>
  <p:txStyles>
    <p:titleStyle>
      <a:lvl1pPr algn="ctr" defTabSz="914400" rtl="0" eaLnBrk="1" latinLnBrk="0" hangingPunct="1">
        <a:lnSpc>
          <a:spcPts val="4875"/>
        </a:lnSpc>
        <a:spcBef>
          <a:spcPct val="0"/>
        </a:spcBef>
        <a:buNone/>
        <a:defRPr sz="3800" b="1" kern="1200" cap="all" baseline="0">
          <a:solidFill>
            <a:schemeClr val="accent6"/>
          </a:solidFill>
          <a:latin typeface="+mj-lt"/>
          <a:ea typeface="+mj-ea"/>
          <a:cs typeface="+mj-cs"/>
        </a:defRPr>
      </a:lvl1pPr>
    </p:titleStyle>
    <p:body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image" Target="../media/image11.jpeg"/><Relationship Id="rId5" Type="http://schemas.openxmlformats.org/officeDocument/2006/relationships/image" Target="../media/image10.jpeg"/><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6.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image" Target="../media/image23.jpe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6.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10.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7FF65-A536-F639-8591-ED024C223308}"/>
              </a:ext>
            </a:extLst>
          </p:cNvPr>
          <p:cNvSpPr>
            <a:spLocks noGrp="1"/>
          </p:cNvSpPr>
          <p:nvPr>
            <p:ph type="ctrTitle"/>
          </p:nvPr>
        </p:nvSpPr>
        <p:spPr>
          <a:xfrm>
            <a:off x="2899788" y="460905"/>
            <a:ext cx="6392421" cy="3831221"/>
          </a:xfrm>
        </p:spPr>
        <p:txBody>
          <a:bodyPr anchor="ctr"/>
          <a:lstStyle/>
          <a:p>
            <a:br>
              <a:rPr lang="en-US"/>
            </a:br>
            <a:br>
              <a:rPr lang="en-US">
                <a:solidFill>
                  <a:schemeClr val="accent5"/>
                </a:solidFill>
              </a:rPr>
            </a:br>
            <a:r>
              <a:rPr lang="en-US" sz="5400">
                <a:solidFill>
                  <a:schemeClr val="accent5"/>
                </a:solidFill>
              </a:rPr>
              <a:t>CELL IMAGING 2026</a:t>
            </a:r>
          </a:p>
        </p:txBody>
      </p:sp>
      <p:sp>
        <p:nvSpPr>
          <p:cNvPr id="3" name="TextBox 2">
            <a:extLst>
              <a:ext uri="{FF2B5EF4-FFF2-40B4-BE49-F238E27FC236}">
                <a16:creationId xmlns:a16="http://schemas.microsoft.com/office/drawing/2014/main" id="{3E3EDE0E-5D7B-1078-D6DE-501172A49191}"/>
              </a:ext>
            </a:extLst>
          </p:cNvPr>
          <p:cNvSpPr txBox="1"/>
          <p:nvPr/>
        </p:nvSpPr>
        <p:spPr>
          <a:xfrm>
            <a:off x="2370759" y="6226139"/>
            <a:ext cx="7450477" cy="400110"/>
          </a:xfrm>
          <a:prstGeom prst="rect">
            <a:avLst/>
          </a:prstGeom>
          <a:noFill/>
        </p:spPr>
        <p:txBody>
          <a:bodyPr wrap="square" rtlCol="0">
            <a:spAutoFit/>
          </a:bodyPr>
          <a:lstStyle/>
          <a:p>
            <a:pPr algn="ctr"/>
            <a:r>
              <a:rPr lang="en-US" sz="2000">
                <a:solidFill>
                  <a:schemeClr val="bg1"/>
                </a:solidFill>
                <a:latin typeface="Arial Black" panose="020B0A04020102020204" pitchFamily="34" charset="0"/>
              </a:rPr>
              <a:t>John Ahn, Demetrius Schank, Jonathan Kim</a:t>
            </a:r>
          </a:p>
        </p:txBody>
      </p:sp>
    </p:spTree>
    <p:extLst>
      <p:ext uri="{BB962C8B-B14F-4D97-AF65-F5344CB8AC3E}">
        <p14:creationId xmlns:p14="http://schemas.microsoft.com/office/powerpoint/2010/main" val="22024376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B79683-627D-C8C8-4A83-E48F2EC7F4CC}"/>
              </a:ext>
            </a:extLst>
          </p:cNvPr>
          <p:cNvSpPr>
            <a:spLocks noGrp="1"/>
          </p:cNvSpPr>
          <p:nvPr>
            <p:ph type="title"/>
          </p:nvPr>
        </p:nvSpPr>
        <p:spPr>
          <a:xfrm>
            <a:off x="579658" y="1034296"/>
            <a:ext cx="3932237" cy="589772"/>
          </a:xfrm>
        </p:spPr>
        <p:txBody>
          <a:bodyPr anchor="b">
            <a:normAutofit/>
          </a:bodyPr>
          <a:lstStyle/>
          <a:p>
            <a:r>
              <a:rPr lang="en-US" dirty="0"/>
              <a:t>Background</a:t>
            </a:r>
          </a:p>
        </p:txBody>
      </p:sp>
      <p:sp>
        <p:nvSpPr>
          <p:cNvPr id="4" name="Slide Number Placeholder 3">
            <a:extLst>
              <a:ext uri="{FF2B5EF4-FFF2-40B4-BE49-F238E27FC236}">
                <a16:creationId xmlns:a16="http://schemas.microsoft.com/office/drawing/2014/main" id="{C6B99798-FE3D-2B43-30DB-FD64B3B60281}"/>
              </a:ext>
            </a:extLst>
          </p:cNvPr>
          <p:cNvSpPr>
            <a:spLocks noGrp="1"/>
          </p:cNvSpPr>
          <p:nvPr>
            <p:ph type="sldNum" sz="quarter" idx="12"/>
          </p:nvPr>
        </p:nvSpPr>
        <p:spPr>
          <a:xfrm>
            <a:off x="10438475" y="457199"/>
            <a:ext cx="987552" cy="244503"/>
          </a:xfrm>
        </p:spPr>
        <p:txBody>
          <a:bodyPr anchor="ctr">
            <a:normAutofit/>
          </a:bodyPr>
          <a:lstStyle/>
          <a:p>
            <a:pPr>
              <a:lnSpc>
                <a:spcPct val="90000"/>
              </a:lnSpc>
              <a:spcAft>
                <a:spcPts val="600"/>
              </a:spcAft>
            </a:pPr>
            <a:fld id="{48F63A3B-78C7-47BE-AE5E-E10140E04643}" type="slidenum">
              <a:rPr lang="en-US" sz="1100" smtClean="0"/>
              <a:pPr>
                <a:lnSpc>
                  <a:spcPct val="90000"/>
                </a:lnSpc>
                <a:spcAft>
                  <a:spcPts val="600"/>
                </a:spcAft>
              </a:pPr>
              <a:t>2</a:t>
            </a:fld>
            <a:endParaRPr lang="en-US" sz="1100"/>
          </a:p>
        </p:txBody>
      </p:sp>
      <p:sp>
        <p:nvSpPr>
          <p:cNvPr id="19" name="Content Placeholder 18">
            <a:extLst>
              <a:ext uri="{FF2B5EF4-FFF2-40B4-BE49-F238E27FC236}">
                <a16:creationId xmlns:a16="http://schemas.microsoft.com/office/drawing/2014/main" id="{777054D1-88DC-B5A5-AC72-A5270EEFB5DA}"/>
              </a:ext>
            </a:extLst>
          </p:cNvPr>
          <p:cNvSpPr>
            <a:spLocks noGrp="1"/>
          </p:cNvSpPr>
          <p:nvPr>
            <p:ph type="body" sz="half" idx="2"/>
          </p:nvPr>
        </p:nvSpPr>
        <p:spPr>
          <a:xfrm>
            <a:off x="874213" y="1671278"/>
            <a:ext cx="4188371" cy="3989707"/>
          </a:xfrm>
        </p:spPr>
        <p:txBody>
          <a:bodyPr vert="horz" lIns="91440" tIns="0" rIns="91440" bIns="0" rtlCol="0" anchor="t">
            <a:normAutofit/>
          </a:bodyPr>
          <a:lstStyle/>
          <a:p>
            <a:r>
              <a:rPr lang="en-US" sz="2400" dirty="0"/>
              <a:t>What is cell imaging?</a:t>
            </a:r>
            <a:endParaRPr lang="en-US" sz="2400" dirty="0">
              <a:cs typeface="Sabon Next LT"/>
            </a:endParaRPr>
          </a:p>
          <a:p>
            <a:pPr marL="342900" indent="-342900">
              <a:buChar char="•"/>
            </a:pPr>
            <a:r>
              <a:rPr lang="en-US" sz="2400" dirty="0">
                <a:cs typeface="Sabon Next LT"/>
              </a:rPr>
              <a:t>Visualization, observation and study of cells</a:t>
            </a:r>
          </a:p>
          <a:p>
            <a:endParaRPr lang="en-US" sz="2400" dirty="0">
              <a:cs typeface="Sabon Next LT"/>
            </a:endParaRPr>
          </a:p>
          <a:p>
            <a:r>
              <a:rPr lang="en-US" sz="2400" dirty="0">
                <a:cs typeface="Sabon Next LT"/>
              </a:rPr>
              <a:t>Importance?</a:t>
            </a:r>
          </a:p>
          <a:p>
            <a:pPr marL="342900" indent="-342900">
              <a:buChar char="•"/>
            </a:pPr>
            <a:r>
              <a:rPr lang="en-US" sz="2400" dirty="0">
                <a:cs typeface="Sabon Next LT"/>
              </a:rPr>
              <a:t>Reveals function</a:t>
            </a:r>
          </a:p>
          <a:p>
            <a:pPr marL="342900" indent="-342900">
              <a:buChar char="•"/>
            </a:pPr>
            <a:r>
              <a:rPr lang="en-US" sz="2400" dirty="0">
                <a:cs typeface="Sabon Next LT"/>
              </a:rPr>
              <a:t>Enables early detection</a:t>
            </a:r>
          </a:p>
          <a:p>
            <a:pPr marL="342900" indent="-342900">
              <a:buChar char="•"/>
            </a:pPr>
            <a:r>
              <a:rPr lang="en-US" sz="2400" dirty="0">
                <a:cs typeface="Sabon Next LT"/>
              </a:rPr>
              <a:t>Can be used for drug discovery and development</a:t>
            </a:r>
          </a:p>
          <a:p>
            <a:pPr marL="571500" indent="-571500">
              <a:buChar char="•"/>
            </a:pPr>
            <a:endParaRPr lang="en-US">
              <a:cs typeface="Sabon Next LT"/>
            </a:endParaRPr>
          </a:p>
        </p:txBody>
      </p:sp>
      <p:pic>
        <p:nvPicPr>
          <p:cNvPr id="20" name="Picture 19" descr="A Brief History of Live-Cell Imaging - Labtag Blog">
            <a:extLst>
              <a:ext uri="{FF2B5EF4-FFF2-40B4-BE49-F238E27FC236}">
                <a16:creationId xmlns:a16="http://schemas.microsoft.com/office/drawing/2014/main" id="{F8661234-9A26-A701-4F5F-F4595E8FD2E7}"/>
              </a:ext>
            </a:extLst>
          </p:cNvPr>
          <p:cNvPicPr>
            <a:picLocks noChangeAspect="1"/>
          </p:cNvPicPr>
          <p:nvPr/>
        </p:nvPicPr>
        <p:blipFill>
          <a:blip r:embed="rId3"/>
          <a:stretch>
            <a:fillRect/>
          </a:stretch>
        </p:blipFill>
        <p:spPr>
          <a:xfrm>
            <a:off x="5183187" y="1455024"/>
            <a:ext cx="6242839" cy="3948595"/>
          </a:xfrm>
          <a:prstGeom prst="rect">
            <a:avLst/>
          </a:prstGeom>
          <a:noFill/>
        </p:spPr>
      </p:pic>
    </p:spTree>
    <p:extLst>
      <p:ext uri="{BB962C8B-B14F-4D97-AF65-F5344CB8AC3E}">
        <p14:creationId xmlns:p14="http://schemas.microsoft.com/office/powerpoint/2010/main" val="41941058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3E189-FE15-8245-ED23-B1602A0C65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A7EE93-0BCB-FD44-1002-6F5994A2F179}"/>
              </a:ext>
            </a:extLst>
          </p:cNvPr>
          <p:cNvSpPr>
            <a:spLocks noGrp="1"/>
          </p:cNvSpPr>
          <p:nvPr>
            <p:ph type="title"/>
          </p:nvPr>
        </p:nvSpPr>
        <p:spPr>
          <a:xfrm>
            <a:off x="664306" y="689962"/>
            <a:ext cx="4344695" cy="623339"/>
          </a:xfrm>
        </p:spPr>
        <p:txBody>
          <a:bodyPr/>
          <a:lstStyle/>
          <a:p>
            <a:r>
              <a:rPr lang="en-US"/>
              <a:t>Introduction</a:t>
            </a:r>
          </a:p>
        </p:txBody>
      </p:sp>
      <p:sp>
        <p:nvSpPr>
          <p:cNvPr id="6" name="Content Placeholder 2">
            <a:extLst>
              <a:ext uri="{FF2B5EF4-FFF2-40B4-BE49-F238E27FC236}">
                <a16:creationId xmlns:a16="http://schemas.microsoft.com/office/drawing/2014/main" id="{6D827DCA-F54D-3526-7122-7C5D7D1C4B5C}"/>
              </a:ext>
            </a:extLst>
          </p:cNvPr>
          <p:cNvSpPr txBox="1">
            <a:spLocks/>
          </p:cNvSpPr>
          <p:nvPr/>
        </p:nvSpPr>
        <p:spPr>
          <a:xfrm>
            <a:off x="784970" y="5356266"/>
            <a:ext cx="3073396" cy="811772"/>
          </a:xfrm>
          <a:prstGeom prst="rect">
            <a:avLst/>
          </a:prstGeom>
        </p:spPr>
        <p:txBody>
          <a:bodyPr lIns="91440" tIns="45720" rIns="91440" bIns="45720" anchor="t"/>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spcAft>
                <a:spcPts val="1200"/>
              </a:spcAft>
              <a:buNone/>
            </a:pPr>
            <a:r>
              <a:rPr lang="en-US" sz="1400" b="1">
                <a:cs typeface="Sabon Next LT"/>
              </a:rPr>
              <a:t>John Ahn</a:t>
            </a:r>
          </a:p>
          <a:p>
            <a:pPr marL="0" indent="0" algn="ctr">
              <a:spcBef>
                <a:spcPts val="0"/>
              </a:spcBef>
              <a:spcAft>
                <a:spcPts val="1200"/>
              </a:spcAft>
              <a:buNone/>
            </a:pPr>
            <a:r>
              <a:rPr lang="en-US" sz="1400">
                <a:cs typeface="Sabon Next LT"/>
              </a:rPr>
              <a:t>Prototype Lead &amp; Timeline Manager</a:t>
            </a:r>
          </a:p>
        </p:txBody>
      </p:sp>
      <p:sp>
        <p:nvSpPr>
          <p:cNvPr id="3" name="Content Placeholder 2">
            <a:extLst>
              <a:ext uri="{FF2B5EF4-FFF2-40B4-BE49-F238E27FC236}">
                <a16:creationId xmlns:a16="http://schemas.microsoft.com/office/drawing/2014/main" id="{3DE179A1-B22D-C0AF-6928-4046159BB997}"/>
              </a:ext>
            </a:extLst>
          </p:cNvPr>
          <p:cNvSpPr txBox="1">
            <a:spLocks/>
          </p:cNvSpPr>
          <p:nvPr/>
        </p:nvSpPr>
        <p:spPr>
          <a:xfrm>
            <a:off x="4021461" y="5356266"/>
            <a:ext cx="1778587" cy="811772"/>
          </a:xfrm>
          <a:prstGeom prst="rect">
            <a:avLst/>
          </a:prstGeom>
        </p:spPr>
        <p:txBody>
          <a:bodyPr lIns="91440" tIns="45720" rIns="91440" bIns="45720" anchor="t"/>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spcAft>
                <a:spcPts val="1200"/>
              </a:spcAft>
              <a:buNone/>
            </a:pPr>
            <a:r>
              <a:rPr lang="en-US" sz="1400" b="1">
                <a:cs typeface="Sabon Next LT"/>
              </a:rPr>
              <a:t>Demetrius Schank</a:t>
            </a:r>
          </a:p>
          <a:p>
            <a:pPr marL="0" indent="0" algn="ctr">
              <a:spcBef>
                <a:spcPts val="0"/>
              </a:spcBef>
              <a:spcAft>
                <a:spcPts val="1200"/>
              </a:spcAft>
              <a:buNone/>
            </a:pPr>
            <a:r>
              <a:rPr lang="en-US" sz="1400">
                <a:cs typeface="Sabon Next LT"/>
              </a:rPr>
              <a:t>Research Lead</a:t>
            </a:r>
          </a:p>
        </p:txBody>
      </p:sp>
      <p:sp>
        <p:nvSpPr>
          <p:cNvPr id="4" name="Content Placeholder 2">
            <a:extLst>
              <a:ext uri="{FF2B5EF4-FFF2-40B4-BE49-F238E27FC236}">
                <a16:creationId xmlns:a16="http://schemas.microsoft.com/office/drawing/2014/main" id="{334AD890-2B14-9585-5827-2415E56345BD}"/>
              </a:ext>
            </a:extLst>
          </p:cNvPr>
          <p:cNvSpPr txBox="1">
            <a:spLocks/>
          </p:cNvSpPr>
          <p:nvPr/>
        </p:nvSpPr>
        <p:spPr>
          <a:xfrm>
            <a:off x="6408788" y="5316784"/>
            <a:ext cx="2182107" cy="811772"/>
          </a:xfrm>
          <a:prstGeom prst="rect">
            <a:avLst/>
          </a:prstGeom>
        </p:spPr>
        <p:txBody>
          <a:bodyPr lIns="91440" tIns="45720" rIns="91440" bIns="45720" anchor="t"/>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spcAft>
                <a:spcPts val="1200"/>
              </a:spcAft>
              <a:buNone/>
            </a:pPr>
            <a:r>
              <a:rPr lang="en-US" sz="1400" b="1">
                <a:cs typeface="Sabon Next LT"/>
              </a:rPr>
              <a:t>Jonathan Kim</a:t>
            </a:r>
          </a:p>
          <a:p>
            <a:pPr marL="0" indent="0" algn="ctr">
              <a:spcBef>
                <a:spcPts val="0"/>
              </a:spcBef>
              <a:spcAft>
                <a:spcPts val="1200"/>
              </a:spcAft>
              <a:buNone/>
            </a:pPr>
            <a:r>
              <a:rPr lang="en-US" sz="1400">
                <a:cs typeface="Sabon Next LT"/>
              </a:rPr>
              <a:t>MATLAB Lead</a:t>
            </a:r>
          </a:p>
        </p:txBody>
      </p:sp>
      <p:pic>
        <p:nvPicPr>
          <p:cNvPr id="9" name="Picture 8" descr="A person in a suit and tie&#10;&#10;AI-generated content may be incorrect.">
            <a:extLst>
              <a:ext uri="{FF2B5EF4-FFF2-40B4-BE49-F238E27FC236}">
                <a16:creationId xmlns:a16="http://schemas.microsoft.com/office/drawing/2014/main" id="{AC85F82B-556A-D8D5-1205-CBFE2F6AE204}"/>
              </a:ext>
            </a:extLst>
          </p:cNvPr>
          <p:cNvPicPr>
            <a:picLocks noChangeAspect="1"/>
          </p:cNvPicPr>
          <p:nvPr/>
        </p:nvPicPr>
        <p:blipFill rotWithShape="1">
          <a:blip r:embed="rId3"/>
          <a:srcRect l="10000" r="10000"/>
          <a:stretch/>
        </p:blipFill>
        <p:spPr>
          <a:xfrm>
            <a:off x="6477898" y="2643945"/>
            <a:ext cx="2043888" cy="2554860"/>
          </a:xfrm>
          <a:prstGeom prst="rect">
            <a:avLst/>
          </a:prstGeom>
          <a:ln>
            <a:noFill/>
          </a:ln>
          <a:effectLst/>
        </p:spPr>
      </p:pic>
      <p:pic>
        <p:nvPicPr>
          <p:cNvPr id="11" name="Picture 10" descr="A person and person smiling at the camera&#10;&#10;AI-generated content may be incorrect.">
            <a:extLst>
              <a:ext uri="{FF2B5EF4-FFF2-40B4-BE49-F238E27FC236}">
                <a16:creationId xmlns:a16="http://schemas.microsoft.com/office/drawing/2014/main" id="{4106AEAD-558A-8DB9-ABDB-8637DFC5A452}"/>
              </a:ext>
            </a:extLst>
          </p:cNvPr>
          <p:cNvPicPr>
            <a:picLocks noChangeAspect="1"/>
          </p:cNvPicPr>
          <p:nvPr/>
        </p:nvPicPr>
        <p:blipFill rotWithShape="1">
          <a:blip r:embed="rId4"/>
          <a:srcRect l="43629" t="2385" r="29000" b="46295"/>
          <a:stretch/>
        </p:blipFill>
        <p:spPr>
          <a:xfrm>
            <a:off x="3888811" y="2643945"/>
            <a:ext cx="2043888" cy="2554860"/>
          </a:xfrm>
          <a:prstGeom prst="rect">
            <a:avLst/>
          </a:prstGeom>
          <a:ln>
            <a:noFill/>
          </a:ln>
          <a:effectLst/>
        </p:spPr>
      </p:pic>
      <p:pic>
        <p:nvPicPr>
          <p:cNvPr id="7" name="Picture 6" descr="A person smiling at the camera&#10;&#10;AI-generated content may be incorrect.">
            <a:extLst>
              <a:ext uri="{FF2B5EF4-FFF2-40B4-BE49-F238E27FC236}">
                <a16:creationId xmlns:a16="http://schemas.microsoft.com/office/drawing/2014/main" id="{43330377-8FB2-6B9C-C62E-BCCF79DC4386}"/>
              </a:ext>
            </a:extLst>
          </p:cNvPr>
          <p:cNvPicPr>
            <a:picLocks noChangeAspect="1"/>
          </p:cNvPicPr>
          <p:nvPr/>
        </p:nvPicPr>
        <p:blipFill rotWithShape="1">
          <a:blip r:embed="rId5"/>
          <a:srcRect l="4802" r="4802"/>
          <a:stretch/>
        </p:blipFill>
        <p:spPr>
          <a:xfrm>
            <a:off x="1299724" y="2643945"/>
            <a:ext cx="2043888" cy="2554860"/>
          </a:xfrm>
          <a:prstGeom prst="rect">
            <a:avLst/>
          </a:prstGeom>
          <a:ln>
            <a:noFill/>
          </a:ln>
          <a:effectLst/>
        </p:spPr>
      </p:pic>
      <p:pic>
        <p:nvPicPr>
          <p:cNvPr id="1026" name="Picture 2" descr="Villanova Engineering Launches Associate Professor Research Fellowship  Program | Villanova University">
            <a:extLst>
              <a:ext uri="{FF2B5EF4-FFF2-40B4-BE49-F238E27FC236}">
                <a16:creationId xmlns:a16="http://schemas.microsoft.com/office/drawing/2014/main" id="{C31C5687-9399-BC3D-F118-772FCA8A2CE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662" t="-201" r="-662" b="6451"/>
          <a:stretch/>
        </p:blipFill>
        <p:spPr bwMode="auto">
          <a:xfrm>
            <a:off x="9066985" y="2643945"/>
            <a:ext cx="2043888" cy="2554860"/>
          </a:xfrm>
          <a:prstGeom prst="rect">
            <a:avLst/>
          </a:prstGeom>
          <a:noFill/>
          <a:extLst>
            <a:ext uri="{909E8E84-426E-40DD-AFC4-6F175D3DCCD1}">
              <a14:hiddenFill xmlns:a14="http://schemas.microsoft.com/office/drawing/2010/main">
                <a:solidFill>
                  <a:srgbClr val="FFFFFF"/>
                </a:solidFill>
              </a14:hiddenFill>
            </a:ext>
          </a:extLst>
        </p:spPr>
      </p:pic>
      <p:sp>
        <p:nvSpPr>
          <p:cNvPr id="5" name="Content Placeholder 2">
            <a:extLst>
              <a:ext uri="{FF2B5EF4-FFF2-40B4-BE49-F238E27FC236}">
                <a16:creationId xmlns:a16="http://schemas.microsoft.com/office/drawing/2014/main" id="{F1641DCA-12B6-5645-40B9-414DE64C9493}"/>
              </a:ext>
            </a:extLst>
          </p:cNvPr>
          <p:cNvSpPr txBox="1">
            <a:spLocks/>
          </p:cNvSpPr>
          <p:nvPr/>
        </p:nvSpPr>
        <p:spPr>
          <a:xfrm>
            <a:off x="8928766" y="5316784"/>
            <a:ext cx="2182107" cy="811772"/>
          </a:xfrm>
          <a:prstGeom prst="rect">
            <a:avLst/>
          </a:prstGeom>
        </p:spPr>
        <p:txBody>
          <a:bodyPr lIns="91440" tIns="45720" rIns="91440" bIns="45720" anchor="t"/>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spcBef>
                <a:spcPts val="0"/>
              </a:spcBef>
              <a:spcAft>
                <a:spcPts val="1200"/>
              </a:spcAft>
              <a:buNone/>
            </a:pPr>
            <a:r>
              <a:rPr lang="en-US" sz="1400" b="1">
                <a:cs typeface="Sabon Next LT"/>
              </a:rPr>
              <a:t>Dr. Rosalind Wynne</a:t>
            </a:r>
          </a:p>
          <a:p>
            <a:pPr marL="0" indent="0" algn="ctr">
              <a:spcBef>
                <a:spcPts val="0"/>
              </a:spcBef>
              <a:spcAft>
                <a:spcPts val="1200"/>
              </a:spcAft>
              <a:buNone/>
            </a:pPr>
            <a:r>
              <a:rPr lang="en-US" sz="1400">
                <a:cs typeface="Sabon Next LT"/>
              </a:rPr>
              <a:t>Team Advisor</a:t>
            </a:r>
          </a:p>
        </p:txBody>
      </p:sp>
      <p:sp>
        <p:nvSpPr>
          <p:cNvPr id="8" name="Content Placeholder 2">
            <a:extLst>
              <a:ext uri="{FF2B5EF4-FFF2-40B4-BE49-F238E27FC236}">
                <a16:creationId xmlns:a16="http://schemas.microsoft.com/office/drawing/2014/main" id="{81D86EB8-CBD8-F010-32D7-4169071A696B}"/>
              </a:ext>
            </a:extLst>
          </p:cNvPr>
          <p:cNvSpPr txBox="1">
            <a:spLocks/>
          </p:cNvSpPr>
          <p:nvPr/>
        </p:nvSpPr>
        <p:spPr>
          <a:xfrm>
            <a:off x="664306" y="1659195"/>
            <a:ext cx="3073396" cy="412637"/>
          </a:xfrm>
          <a:prstGeom prst="rect">
            <a:avLst/>
          </a:prstGeom>
        </p:spPr>
        <p:txBody>
          <a:bodyPr lIns="91440" tIns="45720" rIns="91440" bIns="45720" anchor="t"/>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1200"/>
              </a:spcAft>
              <a:buNone/>
            </a:pPr>
            <a:r>
              <a:rPr lang="en-US" sz="1400">
                <a:cs typeface="Sabon Next LT"/>
              </a:rPr>
              <a:t>Meet our team and advisor!</a:t>
            </a:r>
          </a:p>
        </p:txBody>
      </p:sp>
    </p:spTree>
    <p:extLst>
      <p:ext uri="{BB962C8B-B14F-4D97-AF65-F5344CB8AC3E}">
        <p14:creationId xmlns:p14="http://schemas.microsoft.com/office/powerpoint/2010/main" val="41207041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D8A97-C9A3-9018-3618-850E3E7EAD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CF24D7-F4AE-06B7-FDD7-8BA22F7715F6}"/>
              </a:ext>
            </a:extLst>
          </p:cNvPr>
          <p:cNvSpPr>
            <a:spLocks noGrp="1"/>
          </p:cNvSpPr>
          <p:nvPr>
            <p:ph type="title"/>
          </p:nvPr>
        </p:nvSpPr>
        <p:spPr>
          <a:xfrm>
            <a:off x="914400" y="1057274"/>
            <a:ext cx="7843837" cy="1012782"/>
          </a:xfrm>
        </p:spPr>
        <p:txBody>
          <a:bodyPr vert="horz" lIns="91440" tIns="0" rIns="91440" bIns="0" rtlCol="0" anchor="b" anchorCtr="0">
            <a:normAutofit/>
          </a:bodyPr>
          <a:lstStyle/>
          <a:p>
            <a:r>
              <a:rPr lang="en-US" dirty="0"/>
              <a:t>POV</a:t>
            </a:r>
            <a:r>
              <a:rPr lang="en-US" b="1" kern="1200" cap="all" baseline="0" dirty="0">
                <a:latin typeface="+mj-lt"/>
                <a:ea typeface="+mj-ea"/>
                <a:cs typeface="+mj-cs"/>
              </a:rPr>
              <a:t> Statement</a:t>
            </a:r>
          </a:p>
        </p:txBody>
      </p:sp>
      <p:sp>
        <p:nvSpPr>
          <p:cNvPr id="10" name="Content Placeholder 18">
            <a:extLst>
              <a:ext uri="{FF2B5EF4-FFF2-40B4-BE49-F238E27FC236}">
                <a16:creationId xmlns:a16="http://schemas.microsoft.com/office/drawing/2014/main" id="{5320E979-F7F7-979F-40B0-AD0466CAEA10}"/>
              </a:ext>
            </a:extLst>
          </p:cNvPr>
          <p:cNvSpPr txBox="1">
            <a:spLocks/>
          </p:cNvSpPr>
          <p:nvPr/>
        </p:nvSpPr>
        <p:spPr>
          <a:xfrm>
            <a:off x="914400" y="2331791"/>
            <a:ext cx="6903076" cy="3721817"/>
          </a:xfrm>
          <a:prstGeom prst="rect">
            <a:avLst/>
          </a:prstGeom>
        </p:spPr>
        <p:txBody>
          <a:bodyPr vert="horz" lIns="91440" tIns="0" rIns="91440" bIns="0" rtlCol="0" anchor="t">
            <a:normAutofit/>
          </a:bodyPr>
          <a:lstStyle>
            <a:lvl1pPr marL="347472" indent="-347472" algn="l" defTabSz="914400" rtl="0" eaLnBrk="1" latinLnBrk="0" hangingPunct="1">
              <a:lnSpc>
                <a:spcPct val="100000"/>
              </a:lnSpc>
              <a:spcBef>
                <a:spcPts val="360"/>
              </a:spcBef>
              <a:buFont typeface="Arial" panose="020B0604020202020204" pitchFamily="34" charset="0"/>
              <a:buChar char="•"/>
              <a:defRPr sz="2800" kern="1200">
                <a:solidFill>
                  <a:schemeClr val="accent6"/>
                </a:solidFill>
                <a:latin typeface="+mn-lt"/>
                <a:ea typeface="+mn-ea"/>
                <a:cs typeface="+mn-cs"/>
              </a:defRPr>
            </a:lvl1pPr>
            <a:lvl2pPr marL="685800" indent="-347472" algn="l" defTabSz="914400" rtl="0" eaLnBrk="1" latinLnBrk="0" hangingPunct="1">
              <a:lnSpc>
                <a:spcPct val="100000"/>
              </a:lnSpc>
              <a:spcBef>
                <a:spcPts val="360"/>
              </a:spcBef>
              <a:buFont typeface="Arial" panose="020B0604020202020204" pitchFamily="34" charset="0"/>
              <a:buChar char="•"/>
              <a:defRPr sz="2400" kern="1200">
                <a:solidFill>
                  <a:schemeClr val="accent6"/>
                </a:solidFill>
                <a:latin typeface="+mn-lt"/>
                <a:ea typeface="+mn-ea"/>
                <a:cs typeface="+mn-cs"/>
              </a:defRPr>
            </a:lvl2pPr>
            <a:lvl3pPr marL="1143000" indent="-347472" algn="l" defTabSz="914400" rtl="0" eaLnBrk="1" latinLnBrk="0" hangingPunct="1">
              <a:lnSpc>
                <a:spcPct val="100000"/>
              </a:lnSpc>
              <a:spcBef>
                <a:spcPts val="360"/>
              </a:spcBef>
              <a:buFont typeface="Arial" panose="020B0604020202020204" pitchFamily="34" charset="0"/>
              <a:buChar char="•"/>
              <a:defRPr sz="2000" kern="1200">
                <a:solidFill>
                  <a:schemeClr val="accent6"/>
                </a:solidFill>
                <a:latin typeface="+mn-lt"/>
                <a:ea typeface="+mn-ea"/>
                <a:cs typeface="+mn-cs"/>
              </a:defRPr>
            </a:lvl3pPr>
            <a:lvl4pPr marL="16002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4pPr>
            <a:lvl5pPr marL="2057400" indent="-347472" algn="l" defTabSz="914400" rtl="0" eaLnBrk="1" latinLnBrk="0" hangingPunct="1">
              <a:lnSpc>
                <a:spcPct val="100000"/>
              </a:lnSpc>
              <a:spcBef>
                <a:spcPts val="360"/>
              </a:spcBef>
              <a:buFont typeface="Arial" panose="020B0604020202020204" pitchFamily="34" charset="0"/>
              <a:buChar char="•"/>
              <a:defRPr sz="1800" kern="1200">
                <a:solidFill>
                  <a:schemeClr val="accent6"/>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spcAft>
                <a:spcPts val="600"/>
              </a:spcAft>
              <a:buNone/>
            </a:pPr>
            <a:r>
              <a:rPr lang="en-US" sz="2400" dirty="0">
                <a:cs typeface="Sabon Next LT"/>
              </a:rPr>
              <a:t>Dr. Wynne needs a low-cost solution for cell imaging because current methods are either too costly or too time consuming.</a:t>
            </a:r>
            <a:endParaRPr lang="en-US" sz="2400" dirty="0"/>
          </a:p>
          <a:p>
            <a:pPr marL="0" indent="0">
              <a:spcBef>
                <a:spcPts val="0"/>
              </a:spcBef>
              <a:spcAft>
                <a:spcPts val="600"/>
              </a:spcAft>
              <a:buNone/>
            </a:pPr>
            <a:endParaRPr lang="en-US" sz="2400" dirty="0">
              <a:cs typeface="Sabon Next LT"/>
            </a:endParaRPr>
          </a:p>
          <a:p>
            <a:pPr marL="0" indent="0">
              <a:spcBef>
                <a:spcPts val="0"/>
              </a:spcBef>
              <a:spcAft>
                <a:spcPts val="600"/>
              </a:spcAft>
              <a:buFont typeface="Arial" panose="020B0604020202020204" pitchFamily="34" charset="0"/>
              <a:buNone/>
            </a:pPr>
            <a:endParaRPr lang="en-US" sz="2400" dirty="0">
              <a:cs typeface="Sabon Next LT"/>
            </a:endParaRPr>
          </a:p>
        </p:txBody>
      </p:sp>
      <p:pic>
        <p:nvPicPr>
          <p:cNvPr id="3" name="Picture 2" descr="Cell segmentation » Steve on Image Processing with MATLAB - MATLAB &amp;  Simulink">
            <a:extLst>
              <a:ext uri="{FF2B5EF4-FFF2-40B4-BE49-F238E27FC236}">
                <a16:creationId xmlns:a16="http://schemas.microsoft.com/office/drawing/2014/main" id="{850E2A38-4783-065E-CF2C-29DEBF8DC145}"/>
              </a:ext>
            </a:extLst>
          </p:cNvPr>
          <p:cNvPicPr>
            <a:picLocks noChangeAspect="1"/>
          </p:cNvPicPr>
          <p:nvPr/>
        </p:nvPicPr>
        <p:blipFill>
          <a:blip r:embed="rId3"/>
          <a:stretch>
            <a:fillRect/>
          </a:stretch>
        </p:blipFill>
        <p:spPr>
          <a:xfrm>
            <a:off x="8989454" y="3717918"/>
            <a:ext cx="3202546" cy="2827352"/>
          </a:xfrm>
          <a:prstGeom prst="rect">
            <a:avLst/>
          </a:prstGeom>
          <a:noFill/>
        </p:spPr>
      </p:pic>
      <p:sp>
        <p:nvSpPr>
          <p:cNvPr id="15" name="Slide Number Placeholder 4">
            <a:extLst>
              <a:ext uri="{FF2B5EF4-FFF2-40B4-BE49-F238E27FC236}">
                <a16:creationId xmlns:a16="http://schemas.microsoft.com/office/drawing/2014/main" id="{73919F54-2702-6F5C-0951-B884E351D9CE}"/>
              </a:ext>
            </a:extLst>
          </p:cNvPr>
          <p:cNvSpPr>
            <a:spLocks noGrp="1"/>
          </p:cNvSpPr>
          <p:nvPr>
            <p:ph type="sldNum" sz="quarter" idx="10"/>
          </p:nvPr>
        </p:nvSpPr>
        <p:spPr>
          <a:xfrm>
            <a:off x="10438475" y="457199"/>
            <a:ext cx="987552" cy="471489"/>
          </a:xfrm>
        </p:spPr>
        <p:txBody>
          <a:bodyPr/>
          <a:lstStyle/>
          <a:p>
            <a:pPr>
              <a:spcAft>
                <a:spcPts val="600"/>
              </a:spcAft>
            </a:pPr>
            <a:fld id="{48F63A3B-78C7-47BE-AE5E-E10140E04643}" type="slidenum">
              <a:rPr lang="en-US" smtClean="0"/>
              <a:pPr>
                <a:spcAft>
                  <a:spcPts val="600"/>
                </a:spcAft>
              </a:pPr>
              <a:t>4</a:t>
            </a:fld>
            <a:endParaRPr lang="en-US"/>
          </a:p>
        </p:txBody>
      </p:sp>
    </p:spTree>
    <p:extLst>
      <p:ext uri="{BB962C8B-B14F-4D97-AF65-F5344CB8AC3E}">
        <p14:creationId xmlns:p14="http://schemas.microsoft.com/office/powerpoint/2010/main" val="19981308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A6039-6F2D-DFCB-E2A7-BA1FA49A9162}"/>
              </a:ext>
            </a:extLst>
          </p:cNvPr>
          <p:cNvSpPr>
            <a:spLocks noGrp="1"/>
          </p:cNvSpPr>
          <p:nvPr>
            <p:ph type="title"/>
          </p:nvPr>
        </p:nvSpPr>
        <p:spPr>
          <a:xfrm>
            <a:off x="1633261" y="203167"/>
            <a:ext cx="9879437" cy="980844"/>
          </a:xfrm>
        </p:spPr>
        <p:txBody>
          <a:bodyPr/>
          <a:lstStyle/>
          <a:p>
            <a:r>
              <a:rPr lang="en-US" dirty="0"/>
              <a:t>overview</a:t>
            </a:r>
          </a:p>
        </p:txBody>
      </p:sp>
      <p:sp>
        <p:nvSpPr>
          <p:cNvPr id="4" name="Content Placeholder 3">
            <a:extLst>
              <a:ext uri="{FF2B5EF4-FFF2-40B4-BE49-F238E27FC236}">
                <a16:creationId xmlns:a16="http://schemas.microsoft.com/office/drawing/2014/main" id="{340F23C0-4254-F355-E19D-7283DE274D82}"/>
              </a:ext>
            </a:extLst>
          </p:cNvPr>
          <p:cNvSpPr>
            <a:spLocks noGrp="1"/>
          </p:cNvSpPr>
          <p:nvPr>
            <p:ph sz="half" idx="1"/>
          </p:nvPr>
        </p:nvSpPr>
        <p:spPr>
          <a:xfrm>
            <a:off x="1182643" y="1422117"/>
            <a:ext cx="10782031" cy="5145397"/>
          </a:xfrm>
        </p:spPr>
        <p:txBody>
          <a:bodyPr vert="horz" lIns="91440" tIns="45720" rIns="91440" bIns="45720" rtlCol="0" anchor="t">
            <a:noAutofit/>
          </a:bodyPr>
          <a:lstStyle/>
          <a:p>
            <a:pPr marL="347345" indent="-347345"/>
            <a:r>
              <a:rPr lang="en-US" sz="2800" dirty="0">
                <a:ea typeface="+mn-lt"/>
                <a:cs typeface="+mn-lt"/>
              </a:rPr>
              <a:t>Current cell imaging methods are expensive.</a:t>
            </a:r>
            <a:endParaRPr lang="en-US" sz="2800" dirty="0">
              <a:cs typeface="Sabon Next LT"/>
            </a:endParaRPr>
          </a:p>
          <a:p>
            <a:pPr marL="347345" indent="-347345"/>
            <a:endParaRPr lang="en-US" sz="2800" dirty="0">
              <a:cs typeface="Sabon Next LT"/>
            </a:endParaRPr>
          </a:p>
          <a:p>
            <a:pPr marL="347345" indent="-347345"/>
            <a:r>
              <a:rPr lang="en-US" sz="2800" dirty="0">
                <a:ea typeface="+mn-lt"/>
                <a:cs typeface="+mn-lt"/>
              </a:rPr>
              <a:t>Manual cell segmentation is accurate but slow and inefficient.</a:t>
            </a:r>
            <a:endParaRPr lang="en-US" sz="2800" dirty="0">
              <a:cs typeface="Sabon Next LT"/>
            </a:endParaRPr>
          </a:p>
          <a:p>
            <a:pPr marL="347345" indent="-347345"/>
            <a:endParaRPr lang="en-US" sz="2800" dirty="0">
              <a:cs typeface="Sabon Next LT"/>
            </a:endParaRPr>
          </a:p>
          <a:p>
            <a:pPr marL="347345" indent="-347345"/>
            <a:r>
              <a:rPr lang="en-US" sz="2800" dirty="0">
                <a:ea typeface="+mn-lt"/>
                <a:cs typeface="+mn-lt"/>
              </a:rPr>
              <a:t>The project aims to develop a cost-effective, accurate method for cell detection.</a:t>
            </a:r>
            <a:endParaRPr lang="en-US" sz="2800" dirty="0">
              <a:cs typeface="Sabon Next LT"/>
            </a:endParaRPr>
          </a:p>
          <a:p>
            <a:pPr marL="347345" indent="-347345"/>
            <a:endParaRPr lang="en-US" sz="2800" dirty="0">
              <a:cs typeface="Sabon Next LT"/>
            </a:endParaRPr>
          </a:p>
          <a:p>
            <a:pPr marL="347345" indent="-347345"/>
            <a:r>
              <a:rPr lang="en-US" sz="2800" dirty="0">
                <a:ea typeface="+mn-lt"/>
                <a:cs typeface="+mn-lt"/>
              </a:rPr>
              <a:t>Existing edge detection tools will be adapted to meet project goals.</a:t>
            </a:r>
            <a:endParaRPr lang="en-US" sz="2800" dirty="0">
              <a:cs typeface="Sabon Next LT"/>
            </a:endParaRPr>
          </a:p>
        </p:txBody>
      </p:sp>
      <p:sp>
        <p:nvSpPr>
          <p:cNvPr id="5" name="Slide Number Placeholder 4">
            <a:extLst>
              <a:ext uri="{FF2B5EF4-FFF2-40B4-BE49-F238E27FC236}">
                <a16:creationId xmlns:a16="http://schemas.microsoft.com/office/drawing/2014/main" id="{A585A8B1-DC3E-2B15-6699-C2F7E65552D6}"/>
              </a:ext>
            </a:extLst>
          </p:cNvPr>
          <p:cNvSpPr>
            <a:spLocks noGrp="1"/>
          </p:cNvSpPr>
          <p:nvPr>
            <p:ph type="sldNum" sz="quarter" idx="10"/>
          </p:nvPr>
        </p:nvSpPr>
        <p:spPr/>
        <p:txBody>
          <a:bodyPr/>
          <a:lstStyle/>
          <a:p>
            <a:fld id="{48F63A3B-78C7-47BE-AE5E-E10140E04643}" type="slidenum">
              <a:rPr lang="en-US" smtClean="0"/>
              <a:pPr/>
              <a:t>5</a:t>
            </a:fld>
            <a:endParaRPr lang="en-US"/>
          </a:p>
        </p:txBody>
      </p:sp>
    </p:spTree>
    <p:extLst>
      <p:ext uri="{BB962C8B-B14F-4D97-AF65-F5344CB8AC3E}">
        <p14:creationId xmlns:p14="http://schemas.microsoft.com/office/powerpoint/2010/main" val="4191899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A2352F-3FB6-2CD5-E749-8BFD2898E8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C262B4-E2EB-4725-5C7A-7340A629513E}"/>
              </a:ext>
            </a:extLst>
          </p:cNvPr>
          <p:cNvSpPr>
            <a:spLocks noGrp="1"/>
          </p:cNvSpPr>
          <p:nvPr>
            <p:ph type="title"/>
          </p:nvPr>
        </p:nvSpPr>
        <p:spPr>
          <a:xfrm>
            <a:off x="1550563" y="735868"/>
            <a:ext cx="9879437" cy="836078"/>
          </a:xfrm>
        </p:spPr>
        <p:txBody>
          <a:bodyPr/>
          <a:lstStyle/>
          <a:p>
            <a:r>
              <a:rPr lang="en-US" dirty="0"/>
              <a:t>Takeaways</a:t>
            </a:r>
          </a:p>
        </p:txBody>
      </p:sp>
      <p:graphicFrame>
        <p:nvGraphicFramePr>
          <p:cNvPr id="3" name="Diagram 2">
            <a:extLst>
              <a:ext uri="{FF2B5EF4-FFF2-40B4-BE49-F238E27FC236}">
                <a16:creationId xmlns:a16="http://schemas.microsoft.com/office/drawing/2014/main" id="{07F11ECE-A09B-A08D-B82E-FCA50DAE343B}"/>
              </a:ext>
            </a:extLst>
          </p:cNvPr>
          <p:cNvGraphicFramePr/>
          <p:nvPr>
            <p:extLst>
              <p:ext uri="{D42A27DB-BD31-4B8C-83A1-F6EECF244321}">
                <p14:modId xmlns:p14="http://schemas.microsoft.com/office/powerpoint/2010/main" val="3078023038"/>
              </p:ext>
            </p:extLst>
          </p:nvPr>
        </p:nvGraphicFramePr>
        <p:xfrm>
          <a:off x="541106" y="1777065"/>
          <a:ext cx="11109788" cy="455181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23001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552CAC-6380-6D45-EEDE-B75ABB3EEF05}"/>
              </a:ext>
            </a:extLst>
          </p:cNvPr>
          <p:cNvSpPr>
            <a:spLocks noGrp="1"/>
          </p:cNvSpPr>
          <p:nvPr>
            <p:ph type="title"/>
          </p:nvPr>
        </p:nvSpPr>
        <p:spPr>
          <a:xfrm>
            <a:off x="832207" y="2994028"/>
            <a:ext cx="7843837" cy="822321"/>
          </a:xfrm>
        </p:spPr>
        <p:txBody>
          <a:bodyPr/>
          <a:lstStyle/>
          <a:p>
            <a:r>
              <a:rPr lang="en-US" sz="5000">
                <a:solidFill>
                  <a:schemeClr val="accent5"/>
                </a:solidFill>
              </a:rPr>
              <a:t>Brainstorming</a:t>
            </a:r>
          </a:p>
        </p:txBody>
      </p:sp>
      <p:sp>
        <p:nvSpPr>
          <p:cNvPr id="6" name="Rectangle 5">
            <a:extLst>
              <a:ext uri="{FF2B5EF4-FFF2-40B4-BE49-F238E27FC236}">
                <a16:creationId xmlns:a16="http://schemas.microsoft.com/office/drawing/2014/main" id="{D48B13A9-93A8-39D2-00F6-26133F35CC4D}"/>
              </a:ext>
            </a:extLst>
          </p:cNvPr>
          <p:cNvSpPr/>
          <p:nvPr/>
        </p:nvSpPr>
        <p:spPr>
          <a:xfrm>
            <a:off x="8989888" y="3429000"/>
            <a:ext cx="3202112" cy="3429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D05E422D-E6B9-75A7-D72D-6877095574A3}"/>
              </a:ext>
            </a:extLst>
          </p:cNvPr>
          <p:cNvPicPr>
            <a:picLocks noChangeAspect="1"/>
          </p:cNvPicPr>
          <p:nvPr/>
        </p:nvPicPr>
        <p:blipFill>
          <a:blip r:embed="rId2"/>
          <a:srcRect r="1279" b="581"/>
          <a:stretch/>
        </p:blipFill>
        <p:spPr>
          <a:xfrm rot="16200000">
            <a:off x="9879812" y="3494996"/>
            <a:ext cx="2378184" cy="2246192"/>
          </a:xfrm>
          <a:prstGeom prst="rect">
            <a:avLst/>
          </a:prstGeom>
        </p:spPr>
      </p:pic>
    </p:spTree>
    <p:extLst>
      <p:ext uri="{BB962C8B-B14F-4D97-AF65-F5344CB8AC3E}">
        <p14:creationId xmlns:p14="http://schemas.microsoft.com/office/powerpoint/2010/main" val="30119901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17BB0-66B3-1991-9651-56E2A6DC0FC7}"/>
              </a:ext>
            </a:extLst>
          </p:cNvPr>
          <p:cNvSpPr>
            <a:spLocks noGrp="1"/>
          </p:cNvSpPr>
          <p:nvPr>
            <p:ph type="title"/>
          </p:nvPr>
        </p:nvSpPr>
        <p:spPr>
          <a:xfrm>
            <a:off x="1621448" y="927321"/>
            <a:ext cx="3625882" cy="775281"/>
          </a:xfrm>
        </p:spPr>
        <p:txBody>
          <a:bodyPr anchor="b">
            <a:normAutofit/>
          </a:bodyPr>
          <a:lstStyle/>
          <a:p>
            <a:r>
              <a:rPr lang="en-US" dirty="0"/>
              <a:t>Interviews</a:t>
            </a:r>
          </a:p>
        </p:txBody>
      </p:sp>
      <p:sp>
        <p:nvSpPr>
          <p:cNvPr id="3" name="Content Placeholder 2">
            <a:extLst>
              <a:ext uri="{FF2B5EF4-FFF2-40B4-BE49-F238E27FC236}">
                <a16:creationId xmlns:a16="http://schemas.microsoft.com/office/drawing/2014/main" id="{59967A79-3068-91A2-923C-C575FA815220}"/>
              </a:ext>
            </a:extLst>
          </p:cNvPr>
          <p:cNvSpPr>
            <a:spLocks noGrp="1"/>
          </p:cNvSpPr>
          <p:nvPr>
            <p:ph sz="half" idx="2"/>
          </p:nvPr>
        </p:nvSpPr>
        <p:spPr>
          <a:xfrm>
            <a:off x="5862656" y="2102190"/>
            <a:ext cx="4251985" cy="3087362"/>
          </a:xfrm>
        </p:spPr>
        <p:txBody>
          <a:bodyPr vert="horz" lIns="91440" tIns="0" rIns="91440" bIns="0" rtlCol="0" anchor="t">
            <a:normAutofit fontScale="92500" lnSpcReduction="20000"/>
          </a:bodyPr>
          <a:lstStyle/>
          <a:p>
            <a:pPr marL="0" indent="0">
              <a:buNone/>
            </a:pPr>
            <a:r>
              <a:rPr lang="en-US" sz="3200" dirty="0"/>
              <a:t>Cell Imaging 2025 Team</a:t>
            </a:r>
            <a:endParaRPr lang="en-US" sz="3200" dirty="0">
              <a:cs typeface="Sabon Next LT"/>
            </a:endParaRPr>
          </a:p>
          <a:p>
            <a:pPr marL="0" indent="0">
              <a:buNone/>
            </a:pPr>
            <a:endParaRPr lang="en-US" sz="3200" dirty="0">
              <a:ea typeface="+mn-lt"/>
              <a:cs typeface="+mn-lt"/>
            </a:endParaRPr>
          </a:p>
          <a:p>
            <a:pPr marL="0" indent="0">
              <a:buNone/>
            </a:pPr>
            <a:r>
              <a:rPr lang="en-US" sz="3200" dirty="0">
                <a:ea typeface="+mn-lt"/>
                <a:cs typeface="+mn-lt"/>
              </a:rPr>
              <a:t>Graduate Student </a:t>
            </a:r>
            <a:endParaRPr lang="en-US" dirty="0">
              <a:ea typeface="+mn-lt"/>
              <a:cs typeface="+mn-lt"/>
            </a:endParaRPr>
          </a:p>
          <a:p>
            <a:pPr marL="0" indent="0">
              <a:buNone/>
            </a:pPr>
            <a:r>
              <a:rPr lang="en-US" sz="3200" dirty="0">
                <a:ea typeface="+mn-lt"/>
                <a:cs typeface="+mn-lt"/>
              </a:rPr>
              <a:t> </a:t>
            </a:r>
            <a:r>
              <a:rPr lang="en-US" sz="3200" err="1">
                <a:ea typeface="+mn-lt"/>
                <a:cs typeface="+mn-lt"/>
              </a:rPr>
              <a:t>Jiahaw</a:t>
            </a:r>
            <a:r>
              <a:rPr lang="en-US" sz="3200" dirty="0">
                <a:ea typeface="+mn-lt"/>
                <a:cs typeface="+mn-lt"/>
              </a:rPr>
              <a:t> “Jay” Fu </a:t>
            </a:r>
            <a:endParaRPr lang="en-US">
              <a:ea typeface="+mn-lt"/>
              <a:cs typeface="+mn-lt"/>
            </a:endParaRPr>
          </a:p>
          <a:p>
            <a:pPr marL="0" indent="0">
              <a:buNone/>
            </a:pPr>
            <a:endParaRPr lang="en-US" sz="3200" dirty="0">
              <a:cs typeface="Sabon Next LT"/>
            </a:endParaRPr>
          </a:p>
          <a:p>
            <a:pPr marL="0" indent="0">
              <a:buNone/>
            </a:pPr>
            <a:r>
              <a:rPr lang="en-US" sz="3200" dirty="0">
                <a:cs typeface="Sabon Next LT"/>
              </a:rPr>
              <a:t>Dr. I</a:t>
            </a:r>
          </a:p>
        </p:txBody>
      </p:sp>
      <p:pic>
        <p:nvPicPr>
          <p:cNvPr id="6" name="Content Placeholder 5" descr="5,600+ Interview Cartoon Stock Photos, Pictures &amp; Royalty-Free Images -  iStock | Job interview cartoon, Online interview cartoon">
            <a:extLst>
              <a:ext uri="{FF2B5EF4-FFF2-40B4-BE49-F238E27FC236}">
                <a16:creationId xmlns:a16="http://schemas.microsoft.com/office/drawing/2014/main" id="{C66B60BB-995D-BA14-AED7-4CA582AB12D0}"/>
              </a:ext>
            </a:extLst>
          </p:cNvPr>
          <p:cNvPicPr>
            <a:picLocks noGrp="1" noChangeAspect="1"/>
          </p:cNvPicPr>
          <p:nvPr>
            <p:ph sz="half" idx="15"/>
          </p:nvPr>
        </p:nvPicPr>
        <p:blipFill>
          <a:blip r:embed="rId3"/>
          <a:srcRect l="15271" r="13469" b="-1"/>
          <a:stretch/>
        </p:blipFill>
        <p:spPr>
          <a:xfrm>
            <a:off x="1620376" y="1978143"/>
            <a:ext cx="3361137" cy="3819825"/>
          </a:xfrm>
          <a:noFill/>
        </p:spPr>
      </p:pic>
      <p:sp>
        <p:nvSpPr>
          <p:cNvPr id="5" name="Slide Number Placeholder 4">
            <a:extLst>
              <a:ext uri="{FF2B5EF4-FFF2-40B4-BE49-F238E27FC236}">
                <a16:creationId xmlns:a16="http://schemas.microsoft.com/office/drawing/2014/main" id="{83E2FB5E-0FF5-A80B-A23C-BEA813BF1A61}"/>
              </a:ext>
            </a:extLst>
          </p:cNvPr>
          <p:cNvSpPr>
            <a:spLocks noGrp="1"/>
          </p:cNvSpPr>
          <p:nvPr>
            <p:ph type="sldNum" sz="quarter" idx="10"/>
          </p:nvPr>
        </p:nvSpPr>
        <p:spPr>
          <a:xfrm>
            <a:off x="10438475" y="457199"/>
            <a:ext cx="987552" cy="471489"/>
          </a:xfrm>
        </p:spPr>
        <p:txBody>
          <a:bodyPr anchor="ctr">
            <a:normAutofit/>
          </a:bodyPr>
          <a:lstStyle/>
          <a:p>
            <a:pPr>
              <a:spcAft>
                <a:spcPts val="600"/>
              </a:spcAft>
            </a:pPr>
            <a:fld id="{48F63A3B-78C7-47BE-AE5E-E10140E04643}" type="slidenum">
              <a:rPr lang="en-US" smtClean="0"/>
              <a:pPr>
                <a:spcAft>
                  <a:spcPts val="600"/>
                </a:spcAft>
              </a:pPr>
              <a:t>8</a:t>
            </a:fld>
            <a:endParaRPr lang="en-US"/>
          </a:p>
        </p:txBody>
      </p:sp>
    </p:spTree>
    <p:extLst>
      <p:ext uri="{BB962C8B-B14F-4D97-AF65-F5344CB8AC3E}">
        <p14:creationId xmlns:p14="http://schemas.microsoft.com/office/powerpoint/2010/main" val="17356921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F82F6D4-C0CF-01CB-A425-C78D8B559F4E}"/>
              </a:ext>
            </a:extLst>
          </p:cNvPr>
          <p:cNvPicPr>
            <a:picLocks noChangeAspect="1"/>
          </p:cNvPicPr>
          <p:nvPr/>
        </p:nvPicPr>
        <p:blipFill>
          <a:blip r:embed="rId3"/>
          <a:stretch>
            <a:fillRect/>
          </a:stretch>
        </p:blipFill>
        <p:spPr>
          <a:xfrm>
            <a:off x="4520511" y="606954"/>
            <a:ext cx="6522542" cy="5917135"/>
          </a:xfrm>
          <a:prstGeom prst="rect">
            <a:avLst/>
          </a:prstGeom>
        </p:spPr>
      </p:pic>
    </p:spTree>
    <p:extLst>
      <p:ext uri="{BB962C8B-B14F-4D97-AF65-F5344CB8AC3E}">
        <p14:creationId xmlns:p14="http://schemas.microsoft.com/office/powerpoint/2010/main" val="36945986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A22A64-013B-4B26-8D84-141ABD7BDAD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773FBD7-702B-6B69-210D-8623BE19D740}"/>
              </a:ext>
            </a:extLst>
          </p:cNvPr>
          <p:cNvPicPr>
            <a:picLocks noChangeAspect="1"/>
          </p:cNvPicPr>
          <p:nvPr/>
        </p:nvPicPr>
        <p:blipFill>
          <a:blip r:embed="rId2"/>
          <a:stretch>
            <a:fillRect/>
          </a:stretch>
        </p:blipFill>
        <p:spPr>
          <a:xfrm>
            <a:off x="702600" y="447504"/>
            <a:ext cx="7418975" cy="5962991"/>
          </a:xfrm>
          <a:prstGeom prst="rect">
            <a:avLst/>
          </a:prstGeom>
        </p:spPr>
      </p:pic>
    </p:spTree>
    <p:extLst>
      <p:ext uri="{BB962C8B-B14F-4D97-AF65-F5344CB8AC3E}">
        <p14:creationId xmlns:p14="http://schemas.microsoft.com/office/powerpoint/2010/main" val="20994677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AFC97-8AFA-8E0A-72C5-B19B6C68E00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F6200F3-0202-5904-6E1A-257A7A563998}"/>
              </a:ext>
            </a:extLst>
          </p:cNvPr>
          <p:cNvPicPr>
            <a:picLocks noChangeAspect="1"/>
          </p:cNvPicPr>
          <p:nvPr/>
        </p:nvPicPr>
        <p:blipFill>
          <a:blip r:embed="rId2"/>
          <a:stretch>
            <a:fillRect/>
          </a:stretch>
        </p:blipFill>
        <p:spPr>
          <a:xfrm>
            <a:off x="3739792" y="1041895"/>
            <a:ext cx="8288969" cy="4989564"/>
          </a:xfrm>
          <a:prstGeom prst="rect">
            <a:avLst/>
          </a:prstGeom>
        </p:spPr>
      </p:pic>
      <p:sp>
        <p:nvSpPr>
          <p:cNvPr id="4" name="Rectangle 3">
            <a:extLst>
              <a:ext uri="{FF2B5EF4-FFF2-40B4-BE49-F238E27FC236}">
                <a16:creationId xmlns:a16="http://schemas.microsoft.com/office/drawing/2014/main" id="{A71D52A4-3BA8-7BC1-1E33-D0A121E41AFB}"/>
              </a:ext>
            </a:extLst>
          </p:cNvPr>
          <p:cNvSpPr/>
          <p:nvPr/>
        </p:nvSpPr>
        <p:spPr>
          <a:xfrm>
            <a:off x="4394579" y="5240740"/>
            <a:ext cx="184245" cy="211541"/>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338137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C7CB2-C299-353F-9677-3D10D0D1D186}"/>
              </a:ext>
            </a:extLst>
          </p:cNvPr>
          <p:cNvSpPr>
            <a:spLocks noGrp="1"/>
          </p:cNvSpPr>
          <p:nvPr>
            <p:ph type="title"/>
          </p:nvPr>
        </p:nvSpPr>
        <p:spPr/>
        <p:txBody>
          <a:bodyPr/>
          <a:lstStyle/>
          <a:p>
            <a:r>
              <a:rPr lang="en-US" dirty="0"/>
              <a:t>Constraints and criteria</a:t>
            </a:r>
            <a:endParaRPr lang="en-US" b="0" dirty="0">
              <a:solidFill>
                <a:srgbClr val="000000"/>
              </a:solidFill>
            </a:endParaRPr>
          </a:p>
          <a:p>
            <a:endParaRPr lang="en-US" dirty="0"/>
          </a:p>
        </p:txBody>
      </p:sp>
      <p:sp>
        <p:nvSpPr>
          <p:cNvPr id="3" name="Slide Number Placeholder 2">
            <a:extLst>
              <a:ext uri="{FF2B5EF4-FFF2-40B4-BE49-F238E27FC236}">
                <a16:creationId xmlns:a16="http://schemas.microsoft.com/office/drawing/2014/main" id="{3E8704A5-81F0-F6A4-8E20-3609446B4A82}"/>
              </a:ext>
            </a:extLst>
          </p:cNvPr>
          <p:cNvSpPr>
            <a:spLocks noGrp="1"/>
          </p:cNvSpPr>
          <p:nvPr>
            <p:ph type="sldNum" sz="quarter" idx="10"/>
          </p:nvPr>
        </p:nvSpPr>
        <p:spPr/>
        <p:txBody>
          <a:bodyPr/>
          <a:lstStyle/>
          <a:p>
            <a:fld id="{48F63A3B-78C7-47BE-AE5E-E10140E04643}" type="slidenum">
              <a:rPr lang="en-US" smtClean="0"/>
              <a:pPr/>
              <a:t>12</a:t>
            </a:fld>
            <a:endParaRPr lang="en-US"/>
          </a:p>
        </p:txBody>
      </p:sp>
      <p:sp>
        <p:nvSpPr>
          <p:cNvPr id="4" name="Content Placeholder 3">
            <a:extLst>
              <a:ext uri="{FF2B5EF4-FFF2-40B4-BE49-F238E27FC236}">
                <a16:creationId xmlns:a16="http://schemas.microsoft.com/office/drawing/2014/main" id="{F6374947-637F-F467-00A9-3BA4E9F1CE3F}"/>
              </a:ext>
            </a:extLst>
          </p:cNvPr>
          <p:cNvSpPr>
            <a:spLocks noGrp="1"/>
          </p:cNvSpPr>
          <p:nvPr>
            <p:ph sz="half" idx="2"/>
          </p:nvPr>
        </p:nvSpPr>
        <p:spPr>
          <a:xfrm>
            <a:off x="1079795" y="1871819"/>
            <a:ext cx="5433258" cy="3306849"/>
          </a:xfrm>
        </p:spPr>
        <p:txBody>
          <a:bodyPr vert="horz" lIns="91440" tIns="0" rIns="91440" bIns="0" rtlCol="0" anchor="t">
            <a:noAutofit/>
          </a:bodyPr>
          <a:lstStyle/>
          <a:p>
            <a:pPr marL="457200" indent="-457200">
              <a:buChar char="•"/>
            </a:pPr>
            <a:r>
              <a:rPr lang="en-US" sz="3000" dirty="0">
                <a:cs typeface="Sabon Next LT"/>
              </a:rPr>
              <a:t>Criteria:</a:t>
            </a:r>
            <a:endParaRPr lang="en-US" sz="3000">
              <a:solidFill>
                <a:srgbClr val="000000"/>
              </a:solidFill>
              <a:cs typeface="Sabon Next LT"/>
            </a:endParaRPr>
          </a:p>
          <a:p>
            <a:pPr marL="568960" lvl="1" indent="-285750">
              <a:buFont typeface="Courier New"/>
              <a:buChar char="o"/>
            </a:pPr>
            <a:r>
              <a:rPr lang="en-US" sz="3000" dirty="0">
                <a:solidFill>
                  <a:srgbClr val="4EA72E"/>
                </a:solidFill>
                <a:cs typeface="Sabon Next LT"/>
              </a:rPr>
              <a:t>Software</a:t>
            </a:r>
            <a:endParaRPr lang="en-US" sz="3000" dirty="0">
              <a:solidFill>
                <a:srgbClr val="000000"/>
              </a:solidFill>
              <a:cs typeface="Sabon Next LT"/>
            </a:endParaRPr>
          </a:p>
          <a:p>
            <a:pPr marL="568960" lvl="1" indent="-285750">
              <a:buFont typeface="Courier New"/>
              <a:buChar char="o"/>
            </a:pPr>
            <a:r>
              <a:rPr lang="en-US" sz="3000" dirty="0">
                <a:solidFill>
                  <a:srgbClr val="4EA72E"/>
                </a:solidFill>
                <a:cs typeface="Sabon Next LT"/>
              </a:rPr>
              <a:t>Use</a:t>
            </a:r>
            <a:r>
              <a:rPr lang="en-US" sz="3000" dirty="0">
                <a:cs typeface="Sabon Next LT"/>
              </a:rPr>
              <a:t> existing dataset</a:t>
            </a:r>
            <a:endParaRPr lang="en-US" sz="3000" dirty="0">
              <a:solidFill>
                <a:srgbClr val="000000"/>
              </a:solidFill>
              <a:cs typeface="Sabon Next LT"/>
            </a:endParaRPr>
          </a:p>
          <a:p>
            <a:pPr marL="568960" lvl="1" indent="-285750">
              <a:buFont typeface="Courier New"/>
              <a:buChar char="o"/>
            </a:pPr>
            <a:r>
              <a:rPr lang="en-US" sz="3000" dirty="0">
                <a:cs typeface="Sabon Next LT"/>
              </a:rPr>
              <a:t>Not a physical device</a:t>
            </a:r>
            <a:endParaRPr lang="en-US" sz="3000" dirty="0">
              <a:solidFill>
                <a:srgbClr val="000000"/>
              </a:solidFill>
              <a:cs typeface="Sabon Next LT"/>
            </a:endParaRPr>
          </a:p>
          <a:p>
            <a:pPr marL="568960" lvl="1" indent="-285750">
              <a:buFont typeface="Courier New"/>
              <a:buChar char="o"/>
            </a:pPr>
            <a:r>
              <a:rPr lang="en-US" sz="3000" dirty="0">
                <a:cs typeface="Sabon Next LT"/>
              </a:rPr>
              <a:t>Must detect cell boundaries</a:t>
            </a:r>
          </a:p>
          <a:p>
            <a:pPr marL="568960" lvl="1" indent="-285750">
              <a:buFont typeface="Courier New"/>
              <a:buChar char="o"/>
            </a:pPr>
            <a:endParaRPr lang="en-US" sz="1200" dirty="0">
              <a:solidFill>
                <a:srgbClr val="000000"/>
              </a:solidFill>
              <a:latin typeface="Calibri"/>
              <a:ea typeface="Calibri"/>
              <a:cs typeface="Calibri"/>
            </a:endParaRPr>
          </a:p>
        </p:txBody>
      </p:sp>
    </p:spTree>
    <p:extLst>
      <p:ext uri="{BB962C8B-B14F-4D97-AF65-F5344CB8AC3E}">
        <p14:creationId xmlns:p14="http://schemas.microsoft.com/office/powerpoint/2010/main" val="27034390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34A6-22BC-27A4-2C79-EE98A4943B14}"/>
              </a:ext>
            </a:extLst>
          </p:cNvPr>
          <p:cNvSpPr>
            <a:spLocks noGrp="1"/>
          </p:cNvSpPr>
          <p:nvPr>
            <p:ph type="title"/>
          </p:nvPr>
        </p:nvSpPr>
        <p:spPr>
          <a:xfrm>
            <a:off x="1550564" y="1057274"/>
            <a:ext cx="9875463" cy="999746"/>
          </a:xfrm>
        </p:spPr>
        <p:txBody>
          <a:bodyPr anchor="b">
            <a:normAutofit/>
          </a:bodyPr>
          <a:lstStyle/>
          <a:p>
            <a:r>
              <a:rPr lang="en-US"/>
              <a:t>Constraints and criteria</a:t>
            </a:r>
          </a:p>
        </p:txBody>
      </p:sp>
      <p:sp>
        <p:nvSpPr>
          <p:cNvPr id="16" name="Content Placeholder 4">
            <a:extLst>
              <a:ext uri="{FF2B5EF4-FFF2-40B4-BE49-F238E27FC236}">
                <a16:creationId xmlns:a16="http://schemas.microsoft.com/office/drawing/2014/main" id="{AEF9954A-E263-8A7E-58B1-4D03F7D1BD9B}"/>
              </a:ext>
            </a:extLst>
          </p:cNvPr>
          <p:cNvSpPr>
            <a:spLocks noGrp="1"/>
          </p:cNvSpPr>
          <p:nvPr>
            <p:ph sz="half" idx="2"/>
          </p:nvPr>
        </p:nvSpPr>
        <p:spPr>
          <a:xfrm>
            <a:off x="1550564" y="2303028"/>
            <a:ext cx="6337147" cy="3973407"/>
          </a:xfrm>
        </p:spPr>
        <p:txBody>
          <a:bodyPr vert="horz" lIns="91440" tIns="0" rIns="91440" bIns="0" rtlCol="0" anchor="t">
            <a:noAutofit/>
          </a:bodyPr>
          <a:lstStyle/>
          <a:p>
            <a:pPr marL="347345" indent="-347345"/>
            <a:r>
              <a:rPr lang="en-US" sz="3200" dirty="0"/>
              <a:t>Constraints:</a:t>
            </a:r>
            <a:endParaRPr lang="en-US" sz="3200" dirty="0">
              <a:cs typeface="Sabon Next LT"/>
            </a:endParaRPr>
          </a:p>
          <a:p>
            <a:pPr marL="624205" lvl="1" indent="-285750">
              <a:buFont typeface="Courier New" panose="020B0604020202020204" pitchFamily="34" charset="0"/>
              <a:buChar char="o"/>
            </a:pPr>
            <a:r>
              <a:rPr lang="en-US" sz="3200" dirty="0"/>
              <a:t>User friendly: graduate students and researchers</a:t>
            </a:r>
            <a:endParaRPr lang="en-US" sz="3200" dirty="0">
              <a:cs typeface="Sabon Next LT"/>
            </a:endParaRPr>
          </a:p>
          <a:p>
            <a:pPr marL="624205" lvl="1" indent="-285750">
              <a:buFont typeface="Courier New" panose="020B0604020202020204" pitchFamily="34" charset="0"/>
              <a:buChar char="o"/>
            </a:pPr>
            <a:r>
              <a:rPr lang="en-US" sz="3200" dirty="0"/>
              <a:t>Affordable</a:t>
            </a:r>
            <a:endParaRPr lang="en-US" sz="3200" dirty="0">
              <a:cs typeface="Sabon Next LT"/>
            </a:endParaRPr>
          </a:p>
          <a:p>
            <a:pPr marL="624205" lvl="1" indent="-285750">
              <a:buFont typeface="Courier New" panose="020B0604020202020204" pitchFamily="34" charset="0"/>
              <a:buChar char="o"/>
            </a:pPr>
            <a:r>
              <a:rPr lang="en-US" sz="3200" dirty="0"/>
              <a:t>Use one type of microscopy </a:t>
            </a:r>
            <a:endParaRPr lang="en-US" sz="3200" dirty="0">
              <a:cs typeface="Sabon Next LT"/>
            </a:endParaRPr>
          </a:p>
          <a:p>
            <a:pPr marL="624205" lvl="1" indent="-285750">
              <a:buFont typeface="Courier New" panose="020B0604020202020204" pitchFamily="34" charset="0"/>
              <a:buChar char="o"/>
            </a:pPr>
            <a:r>
              <a:rPr lang="en-US" sz="3200" dirty="0">
                <a:cs typeface="Sabon Next LT"/>
              </a:rPr>
              <a:t>Accurate</a:t>
            </a:r>
          </a:p>
          <a:p>
            <a:pPr marL="285750" indent="-285750"/>
            <a:endParaRPr lang="en-US">
              <a:cs typeface="Sabon Next LT"/>
            </a:endParaRPr>
          </a:p>
          <a:p>
            <a:pPr marL="347345" indent="-347345"/>
            <a:endParaRPr lang="en-US">
              <a:cs typeface="Sabon Next LT"/>
            </a:endParaRPr>
          </a:p>
          <a:p>
            <a:pPr marL="347345" indent="-347345"/>
            <a:endParaRPr lang="en-US">
              <a:cs typeface="Sabon Next LT"/>
            </a:endParaRPr>
          </a:p>
        </p:txBody>
      </p:sp>
      <p:pic>
        <p:nvPicPr>
          <p:cNvPr id="3" name="Picture 2" descr="Cartoon Researcher Microscope Quickly Runs Out Stock Illustration  1703611621 | Shutterstock">
            <a:extLst>
              <a:ext uri="{FF2B5EF4-FFF2-40B4-BE49-F238E27FC236}">
                <a16:creationId xmlns:a16="http://schemas.microsoft.com/office/drawing/2014/main" id="{98007500-CFA2-E8FF-73BB-CFB19F84B8A9}"/>
              </a:ext>
            </a:extLst>
          </p:cNvPr>
          <p:cNvPicPr>
            <a:picLocks noChangeAspect="1"/>
          </p:cNvPicPr>
          <p:nvPr/>
        </p:nvPicPr>
        <p:blipFill>
          <a:blip r:embed="rId3"/>
          <a:srcRect l="19667" r="22931" b="3"/>
          <a:stretch/>
        </p:blipFill>
        <p:spPr>
          <a:xfrm>
            <a:off x="7940842" y="2303028"/>
            <a:ext cx="3485184" cy="3961593"/>
          </a:xfrm>
          <a:prstGeom prst="rect">
            <a:avLst/>
          </a:prstGeom>
          <a:noFill/>
        </p:spPr>
      </p:pic>
      <p:sp>
        <p:nvSpPr>
          <p:cNvPr id="23" name="Slide Number Placeholder 4">
            <a:extLst>
              <a:ext uri="{FF2B5EF4-FFF2-40B4-BE49-F238E27FC236}">
                <a16:creationId xmlns:a16="http://schemas.microsoft.com/office/drawing/2014/main" id="{5C11ABBE-78C5-124D-1973-6D607B37F4FF}"/>
              </a:ext>
            </a:extLst>
          </p:cNvPr>
          <p:cNvSpPr>
            <a:spLocks noGrp="1"/>
          </p:cNvSpPr>
          <p:nvPr>
            <p:ph type="sldNum" sz="quarter" idx="10"/>
          </p:nvPr>
        </p:nvSpPr>
        <p:spPr>
          <a:xfrm>
            <a:off x="10438475" y="457199"/>
            <a:ext cx="987552" cy="471489"/>
          </a:xfrm>
        </p:spPr>
        <p:txBody>
          <a:bodyPr/>
          <a:lstStyle/>
          <a:p>
            <a:pPr>
              <a:spcAft>
                <a:spcPts val="600"/>
              </a:spcAft>
            </a:pPr>
            <a:fld id="{48F63A3B-78C7-47BE-AE5E-E10140E04643}" type="slidenum">
              <a:rPr lang="en-US" smtClean="0"/>
              <a:pPr>
                <a:spcAft>
                  <a:spcPts val="600"/>
                </a:spcAft>
              </a:pPr>
              <a:t>13</a:t>
            </a:fld>
            <a:endParaRPr lang="en-US"/>
          </a:p>
        </p:txBody>
      </p:sp>
    </p:spTree>
    <p:extLst>
      <p:ext uri="{BB962C8B-B14F-4D97-AF65-F5344CB8AC3E}">
        <p14:creationId xmlns:p14="http://schemas.microsoft.com/office/powerpoint/2010/main" val="24685957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178E1-713B-2811-979F-AFF861EBCF97}"/>
              </a:ext>
            </a:extLst>
          </p:cNvPr>
          <p:cNvSpPr>
            <a:spLocks noGrp="1"/>
          </p:cNvSpPr>
          <p:nvPr>
            <p:ph type="title"/>
          </p:nvPr>
        </p:nvSpPr>
        <p:spPr>
          <a:xfrm>
            <a:off x="765974" y="609707"/>
            <a:ext cx="6583680" cy="637962"/>
          </a:xfrm>
        </p:spPr>
        <p:txBody>
          <a:bodyPr/>
          <a:lstStyle/>
          <a:p>
            <a:r>
              <a:rPr lang="en-US"/>
              <a:t>Decision matrix</a:t>
            </a:r>
          </a:p>
        </p:txBody>
      </p:sp>
      <p:pic>
        <p:nvPicPr>
          <p:cNvPr id="4" name="Picture 3">
            <a:extLst>
              <a:ext uri="{FF2B5EF4-FFF2-40B4-BE49-F238E27FC236}">
                <a16:creationId xmlns:a16="http://schemas.microsoft.com/office/drawing/2014/main" id="{95DD70B3-EDAE-0DCE-15DB-0FCB99A79AAF}"/>
              </a:ext>
            </a:extLst>
          </p:cNvPr>
          <p:cNvPicPr>
            <a:picLocks noChangeAspect="1"/>
          </p:cNvPicPr>
          <p:nvPr/>
        </p:nvPicPr>
        <p:blipFill>
          <a:blip r:embed="rId3"/>
          <a:stretch>
            <a:fillRect/>
          </a:stretch>
        </p:blipFill>
        <p:spPr>
          <a:xfrm>
            <a:off x="1034579" y="1620833"/>
            <a:ext cx="10122841" cy="4852703"/>
          </a:xfrm>
          <a:prstGeom prst="rect">
            <a:avLst/>
          </a:prstGeom>
          <a:ln>
            <a:noFill/>
          </a:ln>
          <a:effectLst>
            <a:outerShdw blurRad="190500" algn="tl" rotWithShape="0">
              <a:srgbClr val="000000">
                <a:alpha val="70000"/>
              </a:srgbClr>
            </a:outerShdw>
          </a:effectLst>
        </p:spPr>
      </p:pic>
      <p:pic>
        <p:nvPicPr>
          <p:cNvPr id="9" name="Picture 8" descr="A blue grid with white text&#10;&#10;AI-generated content may be incorrect.">
            <a:extLst>
              <a:ext uri="{FF2B5EF4-FFF2-40B4-BE49-F238E27FC236}">
                <a16:creationId xmlns:a16="http://schemas.microsoft.com/office/drawing/2014/main" id="{0A8BB2D6-5744-FEE4-CB3B-79BE8F54B2AE}"/>
              </a:ext>
            </a:extLst>
          </p:cNvPr>
          <p:cNvPicPr>
            <a:picLocks noChangeAspect="1"/>
          </p:cNvPicPr>
          <p:nvPr/>
        </p:nvPicPr>
        <p:blipFill>
          <a:blip r:embed="rId4"/>
          <a:stretch>
            <a:fillRect/>
          </a:stretch>
        </p:blipFill>
        <p:spPr>
          <a:xfrm>
            <a:off x="932869" y="1384609"/>
            <a:ext cx="10753725" cy="5334000"/>
          </a:xfrm>
          <a:prstGeom prst="rect">
            <a:avLst/>
          </a:prstGeom>
        </p:spPr>
      </p:pic>
    </p:spTree>
    <p:extLst>
      <p:ext uri="{BB962C8B-B14F-4D97-AF65-F5344CB8AC3E}">
        <p14:creationId xmlns:p14="http://schemas.microsoft.com/office/powerpoint/2010/main" val="11650318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4DADE-65E9-44AD-1ABC-FABAFF965286}"/>
              </a:ext>
            </a:extLst>
          </p:cNvPr>
          <p:cNvSpPr>
            <a:spLocks noGrp="1"/>
          </p:cNvSpPr>
          <p:nvPr>
            <p:ph type="title"/>
          </p:nvPr>
        </p:nvSpPr>
        <p:spPr>
          <a:xfrm>
            <a:off x="914400" y="863945"/>
            <a:ext cx="8373438" cy="545494"/>
          </a:xfrm>
        </p:spPr>
        <p:txBody>
          <a:bodyPr/>
          <a:lstStyle/>
          <a:p>
            <a:r>
              <a:rPr lang="en-US"/>
              <a:t>Research Conclusions</a:t>
            </a:r>
          </a:p>
        </p:txBody>
      </p:sp>
      <p:sp>
        <p:nvSpPr>
          <p:cNvPr id="7" name="Rectangle 2">
            <a:extLst>
              <a:ext uri="{FF2B5EF4-FFF2-40B4-BE49-F238E27FC236}">
                <a16:creationId xmlns:a16="http://schemas.microsoft.com/office/drawing/2014/main" id="{A4608122-4A80-7C17-6DAE-13D3B593632D}"/>
              </a:ext>
            </a:extLst>
          </p:cNvPr>
          <p:cNvSpPr>
            <a:spLocks noGrp="1" noChangeArrowheads="1"/>
          </p:cNvSpPr>
          <p:nvPr>
            <p:ph idx="1"/>
          </p:nvPr>
        </p:nvSpPr>
        <p:spPr bwMode="auto">
          <a:xfrm>
            <a:off x="914400" y="1790725"/>
            <a:ext cx="10510463" cy="46188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lvl="0" eaLnBrk="0" fontAlgn="base" hangingPunct="0">
              <a:lnSpc>
                <a:spcPct val="150000"/>
              </a:lnSpc>
              <a:spcBef>
                <a:spcPct val="0"/>
              </a:spcBef>
              <a:spcAft>
                <a:spcPct val="0"/>
              </a:spcAft>
            </a:pPr>
            <a:r>
              <a:rPr lang="en-US" sz="1800" dirty="0"/>
              <a:t>‘Research’ Conclusions drawing from Literature Review, Interviews, Observations, and Constraints/Criteria. </a:t>
            </a:r>
          </a:p>
          <a:p>
            <a:pPr lvl="0" eaLnBrk="0" fontAlgn="base" hangingPunct="0">
              <a:lnSpc>
                <a:spcPct val="150000"/>
              </a:lnSpc>
              <a:spcBef>
                <a:spcPct val="0"/>
              </a:spcBef>
              <a:spcAft>
                <a:spcPct val="0"/>
              </a:spcAft>
            </a:pPr>
            <a:endParaRPr lang="en-US" sz="1800"/>
          </a:p>
          <a:p>
            <a:pPr lvl="0" eaLnBrk="0" fontAlgn="base" hangingPunct="0">
              <a:lnSpc>
                <a:spcPct val="150000"/>
              </a:lnSpc>
              <a:spcBef>
                <a:spcPct val="0"/>
              </a:spcBef>
              <a:spcAft>
                <a:spcPct val="0"/>
              </a:spcAft>
              <a:buFontTx/>
              <a:buChar char="•"/>
            </a:pPr>
            <a:r>
              <a:rPr lang="en-US" sz="1800" dirty="0"/>
              <a:t>Limited data availability is a core issue</a:t>
            </a:r>
            <a:endParaRPr lang="en-US" sz="1800" dirty="0">
              <a:cs typeface="Sabon Next LT"/>
            </a:endParaRPr>
          </a:p>
          <a:p>
            <a:pPr lvl="0" eaLnBrk="0" fontAlgn="base" hangingPunct="0">
              <a:lnSpc>
                <a:spcPct val="150000"/>
              </a:lnSpc>
              <a:spcBef>
                <a:spcPct val="0"/>
              </a:spcBef>
              <a:spcAft>
                <a:spcPct val="0"/>
              </a:spcAft>
              <a:buFontTx/>
              <a:buChar char="•"/>
            </a:pPr>
            <a:r>
              <a:rPr lang="en-US" sz="1800" dirty="0"/>
              <a:t>MATLAB is the primary tool</a:t>
            </a:r>
            <a:endParaRPr lang="en-US" sz="1800" dirty="0">
              <a:cs typeface="Sabon Next LT"/>
            </a:endParaRPr>
          </a:p>
          <a:p>
            <a:pPr lvl="0" eaLnBrk="0" fontAlgn="base" hangingPunct="0">
              <a:lnSpc>
                <a:spcPct val="150000"/>
              </a:lnSpc>
              <a:spcBef>
                <a:spcPct val="0"/>
              </a:spcBef>
              <a:spcAft>
                <a:spcPct val="0"/>
              </a:spcAft>
              <a:buFontTx/>
              <a:buChar char="•"/>
            </a:pPr>
            <a:r>
              <a:rPr lang="en-US" sz="1800" dirty="0"/>
              <a:t>User-friendliness for researchers was a recurring concern</a:t>
            </a:r>
            <a:endParaRPr lang="en-US" sz="1800" dirty="0">
              <a:cs typeface="Sabon Next LT"/>
            </a:endParaRPr>
          </a:p>
          <a:p>
            <a:pPr lvl="0" eaLnBrk="0" fontAlgn="base" hangingPunct="0">
              <a:lnSpc>
                <a:spcPct val="150000"/>
              </a:lnSpc>
              <a:spcBef>
                <a:spcPct val="0"/>
              </a:spcBef>
              <a:spcAft>
                <a:spcPct val="0"/>
              </a:spcAft>
              <a:buFontTx/>
              <a:buChar char="•"/>
            </a:pPr>
            <a:r>
              <a:rPr lang="en-US" sz="1800" dirty="0"/>
              <a:t>Affordability vs. Commercial techniques</a:t>
            </a:r>
            <a:endParaRPr lang="en-US" sz="1800" dirty="0">
              <a:cs typeface="Sabon Next LT"/>
            </a:endParaRPr>
          </a:p>
          <a:p>
            <a:pPr eaLnBrk="0" fontAlgn="base" hangingPunct="0">
              <a:lnSpc>
                <a:spcPct val="150000"/>
              </a:lnSpc>
              <a:spcBef>
                <a:spcPct val="0"/>
              </a:spcBef>
              <a:spcAft>
                <a:spcPct val="0"/>
              </a:spcAft>
              <a:buFontTx/>
              <a:buChar char="•"/>
            </a:pPr>
            <a:r>
              <a:rPr lang="en-US" sz="1800" dirty="0"/>
              <a:t>Image quality and consistency challenges</a:t>
            </a:r>
            <a:endParaRPr lang="en-US" sz="1800" dirty="0">
              <a:cs typeface="Sabon Next LT"/>
            </a:endParaRPr>
          </a:p>
          <a:p>
            <a:pPr lvl="0" eaLnBrk="0" fontAlgn="base" hangingPunct="0">
              <a:lnSpc>
                <a:spcPct val="150000"/>
              </a:lnSpc>
              <a:spcBef>
                <a:spcPct val="0"/>
              </a:spcBef>
              <a:spcAft>
                <a:spcPct val="0"/>
              </a:spcAft>
              <a:buFontTx/>
              <a:buChar char="•"/>
            </a:pPr>
            <a:r>
              <a:rPr lang="en-US" sz="1800" dirty="0"/>
              <a:t>Interest in machine learning with dataset limitations</a:t>
            </a:r>
            <a:endParaRPr lang="en-US" sz="1800" dirty="0">
              <a:cs typeface="Sabon Next LT"/>
            </a:endParaRPr>
          </a:p>
          <a:p>
            <a:pPr lvl="0" eaLnBrk="0" fontAlgn="base" hangingPunct="0">
              <a:lnSpc>
                <a:spcPct val="150000"/>
              </a:lnSpc>
              <a:spcBef>
                <a:spcPct val="0"/>
              </a:spcBef>
              <a:spcAft>
                <a:spcPct val="0"/>
              </a:spcAft>
              <a:buFontTx/>
              <a:buChar char="•"/>
            </a:pPr>
            <a:r>
              <a:rPr lang="en-US" sz="1800" dirty="0"/>
              <a:t>Project goals evolved based on data types (Images vs. Videos)</a:t>
            </a:r>
            <a:endParaRPr lang="en-US" sz="1800" dirty="0">
              <a:cs typeface="Sabon Next LT"/>
            </a:endParaRPr>
          </a:p>
          <a:p>
            <a:pPr lvl="0" eaLnBrk="0" fontAlgn="base" hangingPunct="0">
              <a:lnSpc>
                <a:spcPct val="150000"/>
              </a:lnSpc>
              <a:spcBef>
                <a:spcPct val="0"/>
              </a:spcBef>
              <a:spcAft>
                <a:spcPct val="0"/>
              </a:spcAft>
              <a:buFontTx/>
              <a:buChar char="•"/>
            </a:pPr>
            <a:r>
              <a:rPr lang="en-US" sz="1800" dirty="0"/>
              <a:t>ISO statistical principles emphasized in literature</a:t>
            </a:r>
            <a:endParaRPr lang="en-US" sz="1800" dirty="0">
              <a:cs typeface="Sabon Next LT"/>
            </a:endParaRPr>
          </a:p>
          <a:p>
            <a:pPr lvl="0" eaLnBrk="0" fontAlgn="base" hangingPunct="0">
              <a:lnSpc>
                <a:spcPct val="150000"/>
              </a:lnSpc>
              <a:spcBef>
                <a:spcPct val="0"/>
              </a:spcBef>
              <a:spcAft>
                <a:spcPct val="0"/>
              </a:spcAft>
              <a:buFontTx/>
              <a:buChar char="•"/>
            </a:pPr>
            <a:r>
              <a:rPr lang="en-US" sz="1800" dirty="0"/>
              <a:t>Segmentation and shape detection as central focus</a:t>
            </a:r>
            <a:endParaRPr kumimoji="0" lang="en-US" altLang="en-US" sz="1800" b="0" i="0" u="none" strike="noStrike" cap="none" normalizeH="0" baseline="0" dirty="0">
              <a:ln>
                <a:noFill/>
              </a:ln>
              <a:effectLst/>
              <a:latin typeface="Arial" panose="020B0604020202020204" pitchFamily="34" charset="0"/>
            </a:endParaRPr>
          </a:p>
        </p:txBody>
      </p:sp>
    </p:spTree>
    <p:extLst>
      <p:ext uri="{BB962C8B-B14F-4D97-AF65-F5344CB8AC3E}">
        <p14:creationId xmlns:p14="http://schemas.microsoft.com/office/powerpoint/2010/main" val="16717967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A3EC4D-1781-ED49-7A23-343EBC51FEE3}"/>
              </a:ext>
            </a:extLst>
          </p:cNvPr>
          <p:cNvSpPr>
            <a:spLocks noGrp="1"/>
          </p:cNvSpPr>
          <p:nvPr>
            <p:ph type="title"/>
          </p:nvPr>
        </p:nvSpPr>
        <p:spPr>
          <a:xfrm>
            <a:off x="894890" y="927319"/>
            <a:ext cx="7902531" cy="728025"/>
          </a:xfrm>
        </p:spPr>
        <p:txBody>
          <a:bodyPr anchor="b">
            <a:normAutofit/>
          </a:bodyPr>
          <a:lstStyle/>
          <a:p>
            <a:r>
              <a:rPr lang="en-US" dirty="0"/>
              <a:t>Tasks and thoughts</a:t>
            </a:r>
          </a:p>
        </p:txBody>
      </p:sp>
      <p:pic>
        <p:nvPicPr>
          <p:cNvPr id="6" name="Content Placeholder 5" descr="Sickle cell anemia - Symptoms &amp; causes - Mayo Clinic">
            <a:extLst>
              <a:ext uri="{FF2B5EF4-FFF2-40B4-BE49-F238E27FC236}">
                <a16:creationId xmlns:a16="http://schemas.microsoft.com/office/drawing/2014/main" id="{F0FAF30F-1117-C029-EEE0-C00076E67147}"/>
              </a:ext>
            </a:extLst>
          </p:cNvPr>
          <p:cNvPicPr>
            <a:picLocks noGrp="1" noChangeAspect="1"/>
          </p:cNvPicPr>
          <p:nvPr>
            <p:ph sz="half" idx="2"/>
          </p:nvPr>
        </p:nvPicPr>
        <p:blipFill>
          <a:blip r:embed="rId3"/>
          <a:srcRect t="7009" r="1" b="3273"/>
          <a:stretch/>
        </p:blipFill>
        <p:spPr>
          <a:xfrm>
            <a:off x="6358843" y="1913168"/>
            <a:ext cx="5681472" cy="4203779"/>
          </a:xfrm>
          <a:noFill/>
        </p:spPr>
      </p:pic>
      <p:sp>
        <p:nvSpPr>
          <p:cNvPr id="5" name="Slide Number Placeholder 4">
            <a:extLst>
              <a:ext uri="{FF2B5EF4-FFF2-40B4-BE49-F238E27FC236}">
                <a16:creationId xmlns:a16="http://schemas.microsoft.com/office/drawing/2014/main" id="{8865960C-2E80-B072-11EB-2331913CF2B6}"/>
              </a:ext>
            </a:extLst>
          </p:cNvPr>
          <p:cNvSpPr>
            <a:spLocks noGrp="1"/>
          </p:cNvSpPr>
          <p:nvPr>
            <p:ph type="sldNum" sz="quarter" idx="10"/>
          </p:nvPr>
        </p:nvSpPr>
        <p:spPr>
          <a:xfrm>
            <a:off x="10438475" y="457199"/>
            <a:ext cx="987552" cy="471489"/>
          </a:xfrm>
        </p:spPr>
        <p:txBody>
          <a:bodyPr anchor="ctr">
            <a:normAutofit/>
          </a:bodyPr>
          <a:lstStyle/>
          <a:p>
            <a:pPr>
              <a:spcAft>
                <a:spcPts val="600"/>
              </a:spcAft>
            </a:pPr>
            <a:fld id="{48F63A3B-78C7-47BE-AE5E-E10140E04643}" type="slidenum">
              <a:rPr lang="en-US" smtClean="0"/>
              <a:pPr>
                <a:spcAft>
                  <a:spcPts val="600"/>
                </a:spcAft>
              </a:pPr>
              <a:t>16</a:t>
            </a:fld>
            <a:endParaRPr lang="en-US"/>
          </a:p>
        </p:txBody>
      </p:sp>
      <p:sp>
        <p:nvSpPr>
          <p:cNvPr id="8" name="TextBox 7">
            <a:extLst>
              <a:ext uri="{FF2B5EF4-FFF2-40B4-BE49-F238E27FC236}">
                <a16:creationId xmlns:a16="http://schemas.microsoft.com/office/drawing/2014/main" id="{02C1F1D9-3607-EC94-1B6F-67CB00F307AF}"/>
              </a:ext>
            </a:extLst>
          </p:cNvPr>
          <p:cNvSpPr txBox="1"/>
          <p:nvPr/>
        </p:nvSpPr>
        <p:spPr>
          <a:xfrm>
            <a:off x="892892" y="1914396"/>
            <a:ext cx="5643525" cy="34778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360"/>
              </a:spcBef>
            </a:pPr>
            <a:r>
              <a:rPr lang="en-US" sz="3000" dirty="0">
                <a:solidFill>
                  <a:srgbClr val="4EA72E"/>
                </a:solidFill>
                <a:cs typeface="Sabon Next LT"/>
              </a:rPr>
              <a:t>Task: Identify properties of cells of our choice</a:t>
            </a:r>
          </a:p>
          <a:p>
            <a:pPr>
              <a:spcBef>
                <a:spcPts val="360"/>
              </a:spcBef>
            </a:pPr>
            <a:endParaRPr lang="en-US" sz="3000" dirty="0">
              <a:solidFill>
                <a:srgbClr val="4EA72E"/>
              </a:solidFill>
              <a:cs typeface="Sabon Next LT"/>
            </a:endParaRPr>
          </a:p>
          <a:p>
            <a:pPr>
              <a:spcBef>
                <a:spcPts val="360"/>
              </a:spcBef>
            </a:pPr>
            <a:r>
              <a:rPr lang="en-US" sz="3000" dirty="0">
                <a:solidFill>
                  <a:srgbClr val="4EA72E"/>
                </a:solidFill>
                <a:cs typeface="Sabon Next LT"/>
              </a:rPr>
              <a:t>Goal: Look at shapes and sizes of cells</a:t>
            </a:r>
            <a:endParaRPr lang="en-US" dirty="0">
              <a:solidFill>
                <a:srgbClr val="000000"/>
              </a:solidFill>
              <a:cs typeface="Sabon Next LT"/>
            </a:endParaRPr>
          </a:p>
          <a:p>
            <a:pPr>
              <a:spcBef>
                <a:spcPts val="360"/>
              </a:spcBef>
            </a:pPr>
            <a:r>
              <a:rPr lang="en-US" sz="3000" dirty="0">
                <a:solidFill>
                  <a:srgbClr val="4EA72E"/>
                </a:solidFill>
                <a:cs typeface="Sabon Next LT"/>
              </a:rPr>
              <a:t>Detection of sickle cells</a:t>
            </a:r>
            <a:endParaRPr lang="en-US" dirty="0">
              <a:cs typeface="Sabon Next LT"/>
            </a:endParaRPr>
          </a:p>
          <a:p>
            <a:pPr algn="l"/>
            <a:endParaRPr lang="en-US" sz="3000" dirty="0">
              <a:cs typeface="Sabon Next LT"/>
            </a:endParaRPr>
          </a:p>
        </p:txBody>
      </p:sp>
    </p:spTree>
    <p:extLst>
      <p:ext uri="{BB962C8B-B14F-4D97-AF65-F5344CB8AC3E}">
        <p14:creationId xmlns:p14="http://schemas.microsoft.com/office/powerpoint/2010/main" val="18999637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24E77A-C1E3-328C-5F89-8E760845A09E}"/>
              </a:ext>
            </a:extLst>
          </p:cNvPr>
          <p:cNvSpPr>
            <a:spLocks noGrp="1"/>
          </p:cNvSpPr>
          <p:nvPr>
            <p:ph type="title"/>
          </p:nvPr>
        </p:nvSpPr>
        <p:spPr>
          <a:xfrm>
            <a:off x="791110" y="956440"/>
            <a:ext cx="6852745" cy="662038"/>
          </a:xfrm>
        </p:spPr>
        <p:txBody>
          <a:bodyPr anchor="b">
            <a:normAutofit/>
          </a:bodyPr>
          <a:lstStyle/>
          <a:p>
            <a:r>
              <a:rPr lang="en-US"/>
              <a:t>Sickle Cell Disease</a:t>
            </a:r>
          </a:p>
        </p:txBody>
      </p:sp>
      <p:sp>
        <p:nvSpPr>
          <p:cNvPr id="4" name="Content Placeholder 3">
            <a:extLst>
              <a:ext uri="{FF2B5EF4-FFF2-40B4-BE49-F238E27FC236}">
                <a16:creationId xmlns:a16="http://schemas.microsoft.com/office/drawing/2014/main" id="{BA3AE219-09B9-067C-72A4-9474B5BEEC0B}"/>
              </a:ext>
            </a:extLst>
          </p:cNvPr>
          <p:cNvSpPr>
            <a:spLocks noGrp="1"/>
          </p:cNvSpPr>
          <p:nvPr>
            <p:ph idx="1"/>
          </p:nvPr>
        </p:nvSpPr>
        <p:spPr>
          <a:xfrm>
            <a:off x="1099571" y="2284767"/>
            <a:ext cx="5702577" cy="3634058"/>
          </a:xfrm>
        </p:spPr>
        <p:txBody>
          <a:bodyPr vert="horz" lIns="91440" tIns="0" rIns="91440" bIns="0" rtlCol="0" anchor="t">
            <a:normAutofit/>
          </a:bodyPr>
          <a:lstStyle/>
          <a:p>
            <a:pPr>
              <a:lnSpc>
                <a:spcPct val="90000"/>
              </a:lnSpc>
              <a:spcAft>
                <a:spcPts val="600"/>
              </a:spcAft>
            </a:pPr>
            <a:r>
              <a:rPr lang="en-US" sz="3200" dirty="0">
                <a:cs typeface="Sabon Next LT"/>
              </a:rPr>
              <a:t>Characterized by rigid, </a:t>
            </a:r>
            <a:endParaRPr lang="en-US"/>
          </a:p>
          <a:p>
            <a:pPr>
              <a:lnSpc>
                <a:spcPct val="90000"/>
              </a:lnSpc>
              <a:spcAft>
                <a:spcPts val="600"/>
              </a:spcAft>
            </a:pPr>
            <a:r>
              <a:rPr lang="en-US" sz="3200" dirty="0">
                <a:cs typeface="Sabon Next LT"/>
              </a:rPr>
              <a:t>sickle – shaped red blood cells</a:t>
            </a:r>
            <a:endParaRPr lang="en-US">
              <a:cs typeface="Sabon Next LT"/>
            </a:endParaRPr>
          </a:p>
          <a:p>
            <a:pPr>
              <a:lnSpc>
                <a:spcPct val="90000"/>
              </a:lnSpc>
              <a:spcAft>
                <a:spcPts val="600"/>
              </a:spcAft>
            </a:pPr>
            <a:endParaRPr lang="en-US" sz="3200" dirty="0">
              <a:cs typeface="Sabon Next LT"/>
            </a:endParaRPr>
          </a:p>
          <a:p>
            <a:pPr>
              <a:lnSpc>
                <a:spcPct val="90000"/>
              </a:lnSpc>
              <a:spcAft>
                <a:spcPts val="600"/>
              </a:spcAft>
            </a:pPr>
            <a:r>
              <a:rPr lang="en-US" sz="3200" dirty="0">
                <a:cs typeface="Sabon Next LT"/>
              </a:rPr>
              <a:t>Leads to blockages in blood vessels and reduces</a:t>
            </a:r>
          </a:p>
        </p:txBody>
      </p:sp>
      <p:pic>
        <p:nvPicPr>
          <p:cNvPr id="1026" name="Picture 2" descr="blood cell">
            <a:extLst>
              <a:ext uri="{FF2B5EF4-FFF2-40B4-BE49-F238E27FC236}">
                <a16:creationId xmlns:a16="http://schemas.microsoft.com/office/drawing/2014/main" id="{33540FAC-D569-2E92-38A3-D2800A795AB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82" t="12172" r="1553" b="15664"/>
          <a:stretch/>
        </p:blipFill>
        <p:spPr bwMode="auto">
          <a:xfrm>
            <a:off x="7677473" y="915049"/>
            <a:ext cx="3404172" cy="251531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Sickle Cell Anemia at 40x Magnification | Nikon's MicroscopyU">
            <a:extLst>
              <a:ext uri="{FF2B5EF4-FFF2-40B4-BE49-F238E27FC236}">
                <a16:creationId xmlns:a16="http://schemas.microsoft.com/office/drawing/2014/main" id="{79E09188-DAA7-6BE5-D1C5-65E72C9785F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08779" y="3598248"/>
            <a:ext cx="3946775" cy="2841678"/>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D6EE0B94-B654-9529-6161-F9C3F902BC9F}"/>
              </a:ext>
            </a:extLst>
          </p:cNvPr>
          <p:cNvSpPr txBox="1"/>
          <p:nvPr/>
        </p:nvSpPr>
        <p:spPr>
          <a:xfrm>
            <a:off x="7555714" y="545717"/>
            <a:ext cx="37998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cs typeface="Sabon Next LT"/>
              </a:rPr>
              <a:t>Fluorescence Microscopy</a:t>
            </a:r>
            <a:endParaRPr lang="en-US"/>
          </a:p>
        </p:txBody>
      </p:sp>
      <p:sp>
        <p:nvSpPr>
          <p:cNvPr id="5" name="TextBox 4">
            <a:extLst>
              <a:ext uri="{FF2B5EF4-FFF2-40B4-BE49-F238E27FC236}">
                <a16:creationId xmlns:a16="http://schemas.microsoft.com/office/drawing/2014/main" id="{C8C66FF2-30A9-5BEE-0D1F-D6A00FBA2BE0}"/>
              </a:ext>
            </a:extLst>
          </p:cNvPr>
          <p:cNvSpPr txBox="1"/>
          <p:nvPr/>
        </p:nvSpPr>
        <p:spPr>
          <a:xfrm>
            <a:off x="7479639" y="6445601"/>
            <a:ext cx="37998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a:cs typeface="Sabon Next LT"/>
              </a:rPr>
              <a:t>Light Microscopy</a:t>
            </a:r>
            <a:endParaRPr lang="en-US"/>
          </a:p>
        </p:txBody>
      </p:sp>
    </p:spTree>
    <p:extLst>
      <p:ext uri="{BB962C8B-B14F-4D97-AF65-F5344CB8AC3E}">
        <p14:creationId xmlns:p14="http://schemas.microsoft.com/office/powerpoint/2010/main" val="36709713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E8954-9BCB-7FD9-A210-38DC54382D45}"/>
              </a:ext>
            </a:extLst>
          </p:cNvPr>
          <p:cNvSpPr>
            <a:spLocks noGrp="1"/>
          </p:cNvSpPr>
          <p:nvPr>
            <p:ph type="title"/>
          </p:nvPr>
        </p:nvSpPr>
        <p:spPr>
          <a:xfrm>
            <a:off x="3460564" y="173697"/>
            <a:ext cx="7965461" cy="994164"/>
          </a:xfrm>
        </p:spPr>
        <p:txBody>
          <a:bodyPr/>
          <a:lstStyle/>
          <a:p>
            <a:r>
              <a:rPr lang="en-US" dirty="0">
                <a:cs typeface="Arial"/>
              </a:rPr>
              <a:t>Flowchart</a:t>
            </a:r>
            <a:endParaRPr lang="en-US" dirty="0"/>
          </a:p>
        </p:txBody>
      </p:sp>
      <p:grpSp>
        <p:nvGrpSpPr>
          <p:cNvPr id="3" name="Group 2">
            <a:extLst>
              <a:ext uri="{FF2B5EF4-FFF2-40B4-BE49-F238E27FC236}">
                <a16:creationId xmlns:a16="http://schemas.microsoft.com/office/drawing/2014/main" id="{22FB103E-5DE0-E452-3319-69C59454055D}"/>
              </a:ext>
            </a:extLst>
          </p:cNvPr>
          <p:cNvGrpSpPr/>
          <p:nvPr/>
        </p:nvGrpSpPr>
        <p:grpSpPr>
          <a:xfrm>
            <a:off x="3460868" y="1362140"/>
            <a:ext cx="7388706" cy="4977015"/>
            <a:chOff x="4037014" y="1613042"/>
            <a:chExt cx="6812560" cy="4726113"/>
          </a:xfrm>
        </p:grpSpPr>
        <p:sp>
          <p:nvSpPr>
            <p:cNvPr id="7" name="Oval 6">
              <a:extLst>
                <a:ext uri="{FF2B5EF4-FFF2-40B4-BE49-F238E27FC236}">
                  <a16:creationId xmlns:a16="http://schemas.microsoft.com/office/drawing/2014/main" id="{1669DDAE-BF37-A0D3-BBE7-755A31448AAB}"/>
                </a:ext>
              </a:extLst>
            </p:cNvPr>
            <p:cNvSpPr/>
            <p:nvPr/>
          </p:nvSpPr>
          <p:spPr>
            <a:xfrm>
              <a:off x="4037014" y="1613042"/>
              <a:ext cx="2857771" cy="485655"/>
            </a:xfrm>
            <a:prstGeom prst="ellipse">
              <a:avLst/>
            </a:prstGeom>
            <a:solidFill>
              <a:schemeClr val="accent2"/>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148">
                  <a:solidFill>
                    <a:schemeClr val="bg1"/>
                  </a:solidFill>
                </a:rPr>
                <a:t>Start</a:t>
              </a:r>
            </a:p>
          </p:txBody>
        </p:sp>
        <p:sp>
          <p:nvSpPr>
            <p:cNvPr id="8" name="Oval 7">
              <a:extLst>
                <a:ext uri="{FF2B5EF4-FFF2-40B4-BE49-F238E27FC236}">
                  <a16:creationId xmlns:a16="http://schemas.microsoft.com/office/drawing/2014/main" id="{892B2AAF-A07E-D97D-E93C-25A0A14EDD05}"/>
                </a:ext>
              </a:extLst>
            </p:cNvPr>
            <p:cNvSpPr/>
            <p:nvPr/>
          </p:nvSpPr>
          <p:spPr>
            <a:xfrm>
              <a:off x="8409805" y="5843588"/>
              <a:ext cx="2049513" cy="485655"/>
            </a:xfrm>
            <a:prstGeom prst="ellipse">
              <a:avLst/>
            </a:prstGeom>
            <a:solidFill>
              <a:schemeClr val="accent2"/>
            </a:solidFill>
            <a:ln>
              <a:solidFill>
                <a:schemeClr val="accent2">
                  <a:lumMod val="50000"/>
                </a:schemeClr>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148">
                  <a:solidFill>
                    <a:schemeClr val="bg1"/>
                  </a:solidFill>
                </a:rPr>
                <a:t>End</a:t>
              </a:r>
            </a:p>
          </p:txBody>
        </p:sp>
        <p:sp>
          <p:nvSpPr>
            <p:cNvPr id="9" name="Parallelogram 8">
              <a:extLst>
                <a:ext uri="{FF2B5EF4-FFF2-40B4-BE49-F238E27FC236}">
                  <a16:creationId xmlns:a16="http://schemas.microsoft.com/office/drawing/2014/main" id="{32D076C4-CB1E-F36E-5F10-E5C004B86106}"/>
                </a:ext>
              </a:extLst>
            </p:cNvPr>
            <p:cNvSpPr/>
            <p:nvPr/>
          </p:nvSpPr>
          <p:spPr>
            <a:xfrm>
              <a:off x="4037027" y="2418979"/>
              <a:ext cx="2857771" cy="416276"/>
            </a:xfrm>
            <a:prstGeom prst="parallelogram">
              <a:avLst/>
            </a:prstGeom>
            <a:solidFill>
              <a:schemeClr val="accent3"/>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148">
                  <a:solidFill>
                    <a:schemeClr val="bg1"/>
                  </a:solidFill>
                </a:rPr>
                <a:t>Input Image</a:t>
              </a:r>
            </a:p>
          </p:txBody>
        </p:sp>
        <p:sp>
          <p:nvSpPr>
            <p:cNvPr id="10" name="Diamond 9">
              <a:extLst>
                <a:ext uri="{FF2B5EF4-FFF2-40B4-BE49-F238E27FC236}">
                  <a16:creationId xmlns:a16="http://schemas.microsoft.com/office/drawing/2014/main" id="{7250945A-670C-F55B-8E2D-0CCB0AED73A4}"/>
                </a:ext>
              </a:extLst>
            </p:cNvPr>
            <p:cNvSpPr/>
            <p:nvPr/>
          </p:nvSpPr>
          <p:spPr>
            <a:xfrm>
              <a:off x="4037023" y="4722462"/>
              <a:ext cx="2857771" cy="838406"/>
            </a:xfrm>
            <a:prstGeom prst="diamond">
              <a:avLst/>
            </a:prstGeom>
            <a:solidFill>
              <a:schemeClr val="accent5"/>
            </a:solidFill>
            <a:ln>
              <a:solidFill>
                <a:schemeClr val="accent5">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148">
                  <a:solidFill>
                    <a:schemeClr val="bg1"/>
                  </a:solidFill>
                </a:rPr>
                <a:t>Cell is likely round</a:t>
              </a:r>
            </a:p>
          </p:txBody>
        </p:sp>
        <p:cxnSp>
          <p:nvCxnSpPr>
            <p:cNvPr id="11" name="Straight Arrow Connector 10">
              <a:extLst>
                <a:ext uri="{FF2B5EF4-FFF2-40B4-BE49-F238E27FC236}">
                  <a16:creationId xmlns:a16="http://schemas.microsoft.com/office/drawing/2014/main" id="{F0C8E7D0-1001-70CC-9DBD-59F93C98F0C0}"/>
                </a:ext>
              </a:extLst>
            </p:cNvPr>
            <p:cNvCxnSpPr>
              <a:cxnSpLocks/>
              <a:stCxn id="7" idx="4"/>
              <a:endCxn id="9" idx="0"/>
            </p:cNvCxnSpPr>
            <p:nvPr/>
          </p:nvCxnSpPr>
          <p:spPr>
            <a:xfrm>
              <a:off x="5465901" y="2098697"/>
              <a:ext cx="13" cy="320282"/>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747C1581-7AC7-FA67-DBEC-FDCF2185F3A0}"/>
                </a:ext>
              </a:extLst>
            </p:cNvPr>
            <p:cNvCxnSpPr>
              <a:cxnSpLocks/>
              <a:stCxn id="9" idx="4"/>
              <a:endCxn id="15" idx="0"/>
            </p:cNvCxnSpPr>
            <p:nvPr/>
          </p:nvCxnSpPr>
          <p:spPr>
            <a:xfrm flipH="1">
              <a:off x="5465905" y="2835255"/>
              <a:ext cx="9" cy="279544"/>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2160458-B778-96CA-63FA-1FF792AB40B1}"/>
                </a:ext>
              </a:extLst>
            </p:cNvPr>
            <p:cNvCxnSpPr>
              <a:cxnSpLocks/>
              <a:stCxn id="15" idx="2"/>
              <a:endCxn id="16" idx="0"/>
            </p:cNvCxnSpPr>
            <p:nvPr/>
          </p:nvCxnSpPr>
          <p:spPr>
            <a:xfrm flipH="1">
              <a:off x="5465903" y="3610366"/>
              <a:ext cx="2" cy="333809"/>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14" name="Straight Arrow Connector 13">
              <a:extLst>
                <a:ext uri="{FF2B5EF4-FFF2-40B4-BE49-F238E27FC236}">
                  <a16:creationId xmlns:a16="http://schemas.microsoft.com/office/drawing/2014/main" id="{FE15B8D4-303B-E873-22B3-1594D46AACD8}"/>
                </a:ext>
              </a:extLst>
            </p:cNvPr>
            <p:cNvCxnSpPr>
              <a:cxnSpLocks/>
              <a:stCxn id="16" idx="2"/>
              <a:endCxn id="10" idx="0"/>
            </p:cNvCxnSpPr>
            <p:nvPr/>
          </p:nvCxnSpPr>
          <p:spPr>
            <a:xfrm>
              <a:off x="5465903" y="4439742"/>
              <a:ext cx="7" cy="28272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5" name="Rectangle: Rounded Corners 14">
              <a:extLst>
                <a:ext uri="{FF2B5EF4-FFF2-40B4-BE49-F238E27FC236}">
                  <a16:creationId xmlns:a16="http://schemas.microsoft.com/office/drawing/2014/main" id="{D79AF624-9052-A241-AE1E-82EDBE5BC28D}"/>
                </a:ext>
              </a:extLst>
            </p:cNvPr>
            <p:cNvSpPr/>
            <p:nvPr/>
          </p:nvSpPr>
          <p:spPr>
            <a:xfrm>
              <a:off x="4037023" y="3114799"/>
              <a:ext cx="2857762" cy="495567"/>
            </a:xfrm>
            <a:prstGeom prst="roundRect">
              <a:avLst/>
            </a:prstGeom>
            <a:solidFill>
              <a:schemeClr val="accent4"/>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150">
                  <a:solidFill>
                    <a:schemeClr val="bg1"/>
                  </a:solidFill>
                </a:rPr>
                <a:t>Preprocessing</a:t>
              </a:r>
            </a:p>
            <a:p>
              <a:pPr algn="ctr"/>
              <a:r>
                <a:rPr lang="en-US" sz="700">
                  <a:solidFill>
                    <a:schemeClr val="bg1"/>
                  </a:solidFill>
                </a:rPr>
                <a:t>(denoising, image enhancing, possible grayscale conversion)</a:t>
              </a:r>
            </a:p>
          </p:txBody>
        </p:sp>
        <p:sp>
          <p:nvSpPr>
            <p:cNvPr id="16" name="Rectangle: Rounded Corners 15">
              <a:extLst>
                <a:ext uri="{FF2B5EF4-FFF2-40B4-BE49-F238E27FC236}">
                  <a16:creationId xmlns:a16="http://schemas.microsoft.com/office/drawing/2014/main" id="{13CB8259-52BC-8CB7-6864-2103A34FF4CD}"/>
                </a:ext>
              </a:extLst>
            </p:cNvPr>
            <p:cNvSpPr/>
            <p:nvPr/>
          </p:nvSpPr>
          <p:spPr>
            <a:xfrm>
              <a:off x="4037021" y="3944175"/>
              <a:ext cx="2857762" cy="495567"/>
            </a:xfrm>
            <a:prstGeom prst="roundRect">
              <a:avLst/>
            </a:prstGeom>
            <a:solidFill>
              <a:schemeClr val="accent4"/>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150">
                  <a:solidFill>
                    <a:schemeClr val="bg1"/>
                  </a:solidFill>
                </a:rPr>
                <a:t>Processing</a:t>
              </a:r>
            </a:p>
            <a:p>
              <a:pPr algn="ctr"/>
              <a:r>
                <a:rPr lang="en-US" sz="700">
                  <a:solidFill>
                    <a:schemeClr val="bg1"/>
                  </a:solidFill>
                </a:rPr>
                <a:t>(Cell/shape threshold detection, cell roundness calculation)</a:t>
              </a:r>
            </a:p>
          </p:txBody>
        </p:sp>
        <p:sp>
          <p:nvSpPr>
            <p:cNvPr id="17" name="Rectangle: Rounded Corners 16">
              <a:extLst>
                <a:ext uri="{FF2B5EF4-FFF2-40B4-BE49-F238E27FC236}">
                  <a16:creationId xmlns:a16="http://schemas.microsoft.com/office/drawing/2014/main" id="{B30F5E04-5B55-1151-1338-B1848FFAB50A}"/>
                </a:ext>
              </a:extLst>
            </p:cNvPr>
            <p:cNvSpPr/>
            <p:nvPr/>
          </p:nvSpPr>
          <p:spPr>
            <a:xfrm>
              <a:off x="7991812" y="4893882"/>
              <a:ext cx="2857762" cy="495567"/>
            </a:xfrm>
            <a:prstGeom prst="roundRect">
              <a:avLst/>
            </a:prstGeom>
            <a:solidFill>
              <a:schemeClr val="accent4"/>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150">
                  <a:solidFill>
                    <a:schemeClr val="bg1"/>
                  </a:solidFill>
                </a:rPr>
                <a:t>Classify Healthy</a:t>
              </a:r>
            </a:p>
          </p:txBody>
        </p:sp>
        <p:cxnSp>
          <p:nvCxnSpPr>
            <p:cNvPr id="18" name="Straight Arrow Connector 17">
              <a:extLst>
                <a:ext uri="{FF2B5EF4-FFF2-40B4-BE49-F238E27FC236}">
                  <a16:creationId xmlns:a16="http://schemas.microsoft.com/office/drawing/2014/main" id="{EDF3EA74-42C7-1FEF-0210-A077ED6C959B}"/>
                </a:ext>
              </a:extLst>
            </p:cNvPr>
            <p:cNvCxnSpPr>
              <a:cxnSpLocks/>
              <a:stCxn id="10" idx="3"/>
              <a:endCxn id="17" idx="1"/>
            </p:cNvCxnSpPr>
            <p:nvPr/>
          </p:nvCxnSpPr>
          <p:spPr>
            <a:xfrm>
              <a:off x="6894794" y="5141665"/>
              <a:ext cx="1097018" cy="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19" name="TextBox 38">
              <a:extLst>
                <a:ext uri="{FF2B5EF4-FFF2-40B4-BE49-F238E27FC236}">
                  <a16:creationId xmlns:a16="http://schemas.microsoft.com/office/drawing/2014/main" id="{BD342AE2-2938-CAB4-71E8-924977CE0A5B}"/>
                </a:ext>
              </a:extLst>
            </p:cNvPr>
            <p:cNvSpPr txBox="1"/>
            <p:nvPr/>
          </p:nvSpPr>
          <p:spPr>
            <a:xfrm>
              <a:off x="6894783" y="4908677"/>
              <a:ext cx="952357" cy="269304"/>
            </a:xfrm>
            <a:prstGeom prst="rect">
              <a:avLst/>
            </a:prstGeom>
            <a:noFill/>
            <a:ln>
              <a:no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r>
                <a:rPr lang="en-US" sz="1150"/>
                <a:t>Yes</a:t>
              </a:r>
            </a:p>
          </p:txBody>
        </p:sp>
        <p:sp>
          <p:nvSpPr>
            <p:cNvPr id="20" name="Rectangle: Rounded Corners 19">
              <a:extLst>
                <a:ext uri="{FF2B5EF4-FFF2-40B4-BE49-F238E27FC236}">
                  <a16:creationId xmlns:a16="http://schemas.microsoft.com/office/drawing/2014/main" id="{73044F42-7D13-6BCF-3783-755BC4D5E433}"/>
                </a:ext>
              </a:extLst>
            </p:cNvPr>
            <p:cNvSpPr/>
            <p:nvPr/>
          </p:nvSpPr>
          <p:spPr>
            <a:xfrm>
              <a:off x="4037021" y="5843588"/>
              <a:ext cx="2857762" cy="495567"/>
            </a:xfrm>
            <a:prstGeom prst="roundRect">
              <a:avLst/>
            </a:prstGeom>
            <a:solidFill>
              <a:schemeClr val="accent4"/>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r>
                <a:rPr lang="en-US" sz="1150">
                  <a:solidFill>
                    <a:schemeClr val="bg1"/>
                  </a:solidFill>
                </a:rPr>
                <a:t>Classify Diseased</a:t>
              </a:r>
            </a:p>
          </p:txBody>
        </p:sp>
        <p:cxnSp>
          <p:nvCxnSpPr>
            <p:cNvPr id="21" name="Straight Arrow Connector 20">
              <a:extLst>
                <a:ext uri="{FF2B5EF4-FFF2-40B4-BE49-F238E27FC236}">
                  <a16:creationId xmlns:a16="http://schemas.microsoft.com/office/drawing/2014/main" id="{64D31A3E-6F59-5795-E64E-A9089CA9FF03}"/>
                </a:ext>
              </a:extLst>
            </p:cNvPr>
            <p:cNvCxnSpPr>
              <a:cxnSpLocks/>
              <a:stCxn id="10" idx="2"/>
              <a:endCxn id="20" idx="0"/>
            </p:cNvCxnSpPr>
            <p:nvPr/>
          </p:nvCxnSpPr>
          <p:spPr>
            <a:xfrm flipH="1">
              <a:off x="5465903" y="5560868"/>
              <a:ext cx="7" cy="28272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sp>
          <p:nvSpPr>
            <p:cNvPr id="22" name="TextBox 44">
              <a:extLst>
                <a:ext uri="{FF2B5EF4-FFF2-40B4-BE49-F238E27FC236}">
                  <a16:creationId xmlns:a16="http://schemas.microsoft.com/office/drawing/2014/main" id="{4AB8E65F-D0D7-BE13-1206-DE31A58FDD0D}"/>
                </a:ext>
              </a:extLst>
            </p:cNvPr>
            <p:cNvSpPr txBox="1"/>
            <p:nvPr/>
          </p:nvSpPr>
          <p:spPr>
            <a:xfrm>
              <a:off x="5465901" y="5560868"/>
              <a:ext cx="952357" cy="203760"/>
            </a:xfrm>
            <a:prstGeom prst="rect">
              <a:avLst/>
            </a:prstGeom>
            <a:noFill/>
            <a:ln>
              <a:noFill/>
            </a:ln>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150"/>
                <a:t>No</a:t>
              </a:r>
            </a:p>
          </p:txBody>
        </p:sp>
        <p:cxnSp>
          <p:nvCxnSpPr>
            <p:cNvPr id="24" name="Straight Arrow Connector 23">
              <a:extLst>
                <a:ext uri="{FF2B5EF4-FFF2-40B4-BE49-F238E27FC236}">
                  <a16:creationId xmlns:a16="http://schemas.microsoft.com/office/drawing/2014/main" id="{8CBF74DE-52AD-7C9B-573B-EB02C0410FA3}"/>
                </a:ext>
              </a:extLst>
            </p:cNvPr>
            <p:cNvCxnSpPr>
              <a:cxnSpLocks/>
              <a:stCxn id="17" idx="2"/>
              <a:endCxn id="8" idx="0"/>
            </p:cNvCxnSpPr>
            <p:nvPr/>
          </p:nvCxnSpPr>
          <p:spPr>
            <a:xfrm>
              <a:off x="9420694" y="5389448"/>
              <a:ext cx="13867" cy="454140"/>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cxnSp>
          <p:nvCxnSpPr>
            <p:cNvPr id="25" name="Straight Arrow Connector 24">
              <a:extLst>
                <a:ext uri="{FF2B5EF4-FFF2-40B4-BE49-F238E27FC236}">
                  <a16:creationId xmlns:a16="http://schemas.microsoft.com/office/drawing/2014/main" id="{2CD430C7-A28F-5665-7426-2882A3127C4D}"/>
                </a:ext>
              </a:extLst>
            </p:cNvPr>
            <p:cNvCxnSpPr>
              <a:cxnSpLocks/>
              <a:stCxn id="20" idx="3"/>
              <a:endCxn id="8" idx="2"/>
            </p:cNvCxnSpPr>
            <p:nvPr/>
          </p:nvCxnSpPr>
          <p:spPr>
            <a:xfrm flipV="1">
              <a:off x="6894783" y="6086416"/>
              <a:ext cx="1515022" cy="4956"/>
            </a:xfrm>
            <a:prstGeom prst="straightConnector1">
              <a:avLst/>
            </a:prstGeom>
            <a:ln>
              <a:solidFill>
                <a:schemeClr val="tx2"/>
              </a:solidFill>
              <a:tailEnd type="triangle"/>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6856810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4E6AD4D-2AD1-B4D8-D6E3-C1A8526EF331}"/>
              </a:ext>
            </a:extLst>
          </p:cNvPr>
          <p:cNvSpPr/>
          <p:nvPr/>
        </p:nvSpPr>
        <p:spPr>
          <a:xfrm>
            <a:off x="-13345" y="3293918"/>
            <a:ext cx="12205345" cy="3564082"/>
          </a:xfrm>
          <a:prstGeom prst="rect">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8D33C7DE-8D71-D454-C38D-22628229E68D}"/>
              </a:ext>
            </a:extLst>
          </p:cNvPr>
          <p:cNvSpPr/>
          <p:nvPr/>
        </p:nvSpPr>
        <p:spPr>
          <a:xfrm>
            <a:off x="446809" y="3252355"/>
            <a:ext cx="11319164" cy="310688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D1DA3A7-BA08-F99D-9921-94B8A592A33A}"/>
              </a:ext>
            </a:extLst>
          </p:cNvPr>
          <p:cNvSpPr>
            <a:spLocks noGrp="1"/>
          </p:cNvSpPr>
          <p:nvPr>
            <p:ph type="title"/>
          </p:nvPr>
        </p:nvSpPr>
        <p:spPr>
          <a:xfrm>
            <a:off x="914400" y="1061623"/>
            <a:ext cx="10511627" cy="4739104"/>
          </a:xfrm>
        </p:spPr>
        <p:txBody>
          <a:bodyPr/>
          <a:lstStyle/>
          <a:p>
            <a:pPr algn="ctr"/>
            <a:r>
              <a:rPr lang="en-US" sz="5000"/>
              <a:t>Processing Example</a:t>
            </a:r>
          </a:p>
        </p:txBody>
      </p:sp>
    </p:spTree>
    <p:extLst>
      <p:ext uri="{BB962C8B-B14F-4D97-AF65-F5344CB8AC3E}">
        <p14:creationId xmlns:p14="http://schemas.microsoft.com/office/powerpoint/2010/main" val="39969189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close-up of a microscope&#10;&#10;AI-generated content may be incorrect.">
            <a:extLst>
              <a:ext uri="{FF2B5EF4-FFF2-40B4-BE49-F238E27FC236}">
                <a16:creationId xmlns:a16="http://schemas.microsoft.com/office/drawing/2014/main" id="{4EE1BBF9-BE0E-E769-6188-7FFAF8C70E0A}"/>
              </a:ext>
            </a:extLst>
          </p:cNvPr>
          <p:cNvPicPr>
            <a:picLocks noGrp="1" noChangeAspect="1"/>
          </p:cNvPicPr>
          <p:nvPr>
            <p:ph idx="1"/>
          </p:nvPr>
        </p:nvPicPr>
        <p:blipFill>
          <a:blip r:embed="rId3"/>
          <a:stretch>
            <a:fillRect/>
          </a:stretch>
        </p:blipFill>
        <p:spPr>
          <a:xfrm>
            <a:off x="750523" y="158347"/>
            <a:ext cx="3859717" cy="2815193"/>
          </a:xfrm>
        </p:spPr>
      </p:pic>
      <p:sp>
        <p:nvSpPr>
          <p:cNvPr id="4" name="Slide Number Placeholder 3">
            <a:extLst>
              <a:ext uri="{FF2B5EF4-FFF2-40B4-BE49-F238E27FC236}">
                <a16:creationId xmlns:a16="http://schemas.microsoft.com/office/drawing/2014/main" id="{18D5CFA2-4E67-F157-5FFD-A246307D41F7}"/>
              </a:ext>
            </a:extLst>
          </p:cNvPr>
          <p:cNvSpPr>
            <a:spLocks noGrp="1"/>
          </p:cNvSpPr>
          <p:nvPr>
            <p:ph type="sldNum" sz="quarter" idx="10"/>
          </p:nvPr>
        </p:nvSpPr>
        <p:spPr>
          <a:xfrm>
            <a:off x="10358437" y="457199"/>
            <a:ext cx="1067589" cy="471489"/>
          </a:xfrm>
        </p:spPr>
        <p:txBody>
          <a:bodyPr/>
          <a:lstStyle/>
          <a:p>
            <a:fld id="{48F63A3B-78C7-47BE-AE5E-E10140E04643}" type="slidenum">
              <a:rPr lang="en-US" smtClean="0"/>
              <a:pPr/>
              <a:t>20</a:t>
            </a:fld>
            <a:endParaRPr lang="en-US"/>
          </a:p>
        </p:txBody>
      </p:sp>
      <p:pic>
        <p:nvPicPr>
          <p:cNvPr id="6" name="Picture 5" descr="A close-up of a microscope&#10;&#10;AI-generated content may be incorrect.">
            <a:extLst>
              <a:ext uri="{FF2B5EF4-FFF2-40B4-BE49-F238E27FC236}">
                <a16:creationId xmlns:a16="http://schemas.microsoft.com/office/drawing/2014/main" id="{34C7D7DD-986A-537B-3E45-D1C0CD669B67}"/>
              </a:ext>
            </a:extLst>
          </p:cNvPr>
          <p:cNvPicPr>
            <a:picLocks noChangeAspect="1"/>
          </p:cNvPicPr>
          <p:nvPr/>
        </p:nvPicPr>
        <p:blipFill>
          <a:blip r:embed="rId4"/>
          <a:stretch>
            <a:fillRect/>
          </a:stretch>
        </p:blipFill>
        <p:spPr>
          <a:xfrm>
            <a:off x="6685709" y="3587842"/>
            <a:ext cx="3717083" cy="2813825"/>
          </a:xfrm>
          <a:prstGeom prst="rect">
            <a:avLst/>
          </a:prstGeom>
        </p:spPr>
      </p:pic>
      <p:pic>
        <p:nvPicPr>
          <p:cNvPr id="7" name="Picture 6" descr="A black background with white clouds&#10;&#10;AI-generated content may be incorrect.">
            <a:extLst>
              <a:ext uri="{FF2B5EF4-FFF2-40B4-BE49-F238E27FC236}">
                <a16:creationId xmlns:a16="http://schemas.microsoft.com/office/drawing/2014/main" id="{73DB3030-F4AE-4AB0-E980-B5C63C6970E2}"/>
              </a:ext>
            </a:extLst>
          </p:cNvPr>
          <p:cNvPicPr>
            <a:picLocks noChangeAspect="1"/>
          </p:cNvPicPr>
          <p:nvPr/>
        </p:nvPicPr>
        <p:blipFill>
          <a:blip r:embed="rId5"/>
          <a:stretch>
            <a:fillRect/>
          </a:stretch>
        </p:blipFill>
        <p:spPr>
          <a:xfrm>
            <a:off x="754809" y="3429928"/>
            <a:ext cx="3715338" cy="2927320"/>
          </a:xfrm>
          <a:prstGeom prst="rect">
            <a:avLst/>
          </a:prstGeom>
        </p:spPr>
      </p:pic>
      <p:pic>
        <p:nvPicPr>
          <p:cNvPr id="8" name="Picture 7" descr="A black and white image of several different shapes&#10;&#10;AI-generated content may be incorrect.">
            <a:extLst>
              <a:ext uri="{FF2B5EF4-FFF2-40B4-BE49-F238E27FC236}">
                <a16:creationId xmlns:a16="http://schemas.microsoft.com/office/drawing/2014/main" id="{33CCB254-9368-8B18-29F4-154F9B3BCE26}"/>
              </a:ext>
            </a:extLst>
          </p:cNvPr>
          <p:cNvPicPr>
            <a:picLocks noChangeAspect="1"/>
          </p:cNvPicPr>
          <p:nvPr/>
        </p:nvPicPr>
        <p:blipFill>
          <a:blip r:embed="rId6"/>
          <a:stretch>
            <a:fillRect/>
          </a:stretch>
        </p:blipFill>
        <p:spPr>
          <a:xfrm>
            <a:off x="6685709" y="157975"/>
            <a:ext cx="3663554" cy="2813825"/>
          </a:xfrm>
          <a:prstGeom prst="rect">
            <a:avLst/>
          </a:prstGeom>
        </p:spPr>
      </p:pic>
      <p:sp>
        <p:nvSpPr>
          <p:cNvPr id="10" name="Arrow: Right 9">
            <a:extLst>
              <a:ext uri="{FF2B5EF4-FFF2-40B4-BE49-F238E27FC236}">
                <a16:creationId xmlns:a16="http://schemas.microsoft.com/office/drawing/2014/main" id="{137F7C76-EB84-412B-86A3-2AFC2D732D9F}"/>
              </a:ext>
            </a:extLst>
          </p:cNvPr>
          <p:cNvSpPr/>
          <p:nvPr/>
        </p:nvSpPr>
        <p:spPr>
          <a:xfrm>
            <a:off x="5100320" y="1361440"/>
            <a:ext cx="843280" cy="558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Arrow: Right 11">
            <a:extLst>
              <a:ext uri="{FF2B5EF4-FFF2-40B4-BE49-F238E27FC236}">
                <a16:creationId xmlns:a16="http://schemas.microsoft.com/office/drawing/2014/main" id="{69273B85-EA5C-C6A4-FCA8-E9C83E216149}"/>
              </a:ext>
            </a:extLst>
          </p:cNvPr>
          <p:cNvSpPr/>
          <p:nvPr/>
        </p:nvSpPr>
        <p:spPr>
          <a:xfrm rot="8160000">
            <a:off x="5174662" y="3303610"/>
            <a:ext cx="843280" cy="558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Arrow: Right 12">
            <a:extLst>
              <a:ext uri="{FF2B5EF4-FFF2-40B4-BE49-F238E27FC236}">
                <a16:creationId xmlns:a16="http://schemas.microsoft.com/office/drawing/2014/main" id="{CD11B58F-87A5-789C-C3B0-431DB28302A6}"/>
              </a:ext>
            </a:extLst>
          </p:cNvPr>
          <p:cNvSpPr/>
          <p:nvPr/>
        </p:nvSpPr>
        <p:spPr>
          <a:xfrm>
            <a:off x="5100320" y="5078513"/>
            <a:ext cx="843280" cy="55880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C016E3F1-F80A-E2D1-8810-EB28BDF84927}"/>
              </a:ext>
            </a:extLst>
          </p:cNvPr>
          <p:cNvSpPr txBox="1"/>
          <p:nvPr/>
        </p:nvSpPr>
        <p:spPr>
          <a:xfrm>
            <a:off x="660400" y="2905760"/>
            <a:ext cx="260096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cs typeface="Sabon Next LT"/>
              </a:rPr>
              <a:t>Original Image</a:t>
            </a:r>
            <a:endParaRPr lang="en-US"/>
          </a:p>
        </p:txBody>
      </p:sp>
      <p:sp>
        <p:nvSpPr>
          <p:cNvPr id="15" name="TextBox 14">
            <a:extLst>
              <a:ext uri="{FF2B5EF4-FFF2-40B4-BE49-F238E27FC236}">
                <a16:creationId xmlns:a16="http://schemas.microsoft.com/office/drawing/2014/main" id="{814ED00B-D9E3-4D72-DCB7-B63CA58FE9E2}"/>
              </a:ext>
            </a:extLst>
          </p:cNvPr>
          <p:cNvSpPr txBox="1"/>
          <p:nvPr/>
        </p:nvSpPr>
        <p:spPr>
          <a:xfrm>
            <a:off x="6624320" y="2875280"/>
            <a:ext cx="379984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Find significant change </a:t>
            </a:r>
            <a:r>
              <a:rPr lang="en-US">
                <a:cs typeface="Sabon Next LT"/>
              </a:rPr>
              <a:t>in contrast in image and fill gaps</a:t>
            </a:r>
            <a:endParaRPr lang="en-US"/>
          </a:p>
        </p:txBody>
      </p:sp>
      <p:sp>
        <p:nvSpPr>
          <p:cNvPr id="16" name="TextBox 15">
            <a:extLst>
              <a:ext uri="{FF2B5EF4-FFF2-40B4-BE49-F238E27FC236}">
                <a16:creationId xmlns:a16="http://schemas.microsoft.com/office/drawing/2014/main" id="{B10A5B48-1729-0B38-F431-A89F19B3E6F4}"/>
              </a:ext>
            </a:extLst>
          </p:cNvPr>
          <p:cNvSpPr txBox="1"/>
          <p:nvPr/>
        </p:nvSpPr>
        <p:spPr>
          <a:xfrm>
            <a:off x="670560" y="6319520"/>
            <a:ext cx="379984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Remove </a:t>
            </a:r>
            <a:r>
              <a:rPr lang="en-US">
                <a:cs typeface="Sabon Next LT"/>
              </a:rPr>
              <a:t>objects connected to border</a:t>
            </a:r>
            <a:endParaRPr lang="en-US"/>
          </a:p>
        </p:txBody>
      </p:sp>
      <p:sp>
        <p:nvSpPr>
          <p:cNvPr id="17" name="TextBox 16">
            <a:extLst>
              <a:ext uri="{FF2B5EF4-FFF2-40B4-BE49-F238E27FC236}">
                <a16:creationId xmlns:a16="http://schemas.microsoft.com/office/drawing/2014/main" id="{03C3E186-96D7-A3A7-F94F-0F1DBF249E3D}"/>
              </a:ext>
            </a:extLst>
          </p:cNvPr>
          <p:cNvSpPr txBox="1"/>
          <p:nvPr/>
        </p:nvSpPr>
        <p:spPr>
          <a:xfrm>
            <a:off x="6624320" y="6319520"/>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Highlight and overlay</a:t>
            </a:r>
          </a:p>
        </p:txBody>
      </p:sp>
    </p:spTree>
    <p:extLst>
      <p:ext uri="{BB962C8B-B14F-4D97-AF65-F5344CB8AC3E}">
        <p14:creationId xmlns:p14="http://schemas.microsoft.com/office/powerpoint/2010/main" val="39132197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EDA75-0988-2AC2-87F8-8DEC83A7B9CA}"/>
              </a:ext>
            </a:extLst>
          </p:cNvPr>
          <p:cNvSpPr>
            <a:spLocks noGrp="1"/>
          </p:cNvSpPr>
          <p:nvPr>
            <p:ph type="title"/>
          </p:nvPr>
        </p:nvSpPr>
        <p:spPr>
          <a:xfrm>
            <a:off x="3869057" y="356494"/>
            <a:ext cx="4450489" cy="650324"/>
          </a:xfrm>
        </p:spPr>
        <p:txBody>
          <a:bodyPr/>
          <a:lstStyle/>
          <a:p>
            <a:r>
              <a:rPr lang="en-US"/>
              <a:t>MATLAB CODE</a:t>
            </a:r>
          </a:p>
        </p:txBody>
      </p:sp>
      <p:pic>
        <p:nvPicPr>
          <p:cNvPr id="23" name="Picture 22" descr="A screenshot of a computer code&#10;&#10;AI-generated content may be incorrect.">
            <a:extLst>
              <a:ext uri="{FF2B5EF4-FFF2-40B4-BE49-F238E27FC236}">
                <a16:creationId xmlns:a16="http://schemas.microsoft.com/office/drawing/2014/main" id="{EE2E59DA-AEDB-E8C5-489A-7EB55C9C3AAD}"/>
              </a:ext>
            </a:extLst>
          </p:cNvPr>
          <p:cNvPicPr>
            <a:picLocks noChangeAspect="1"/>
          </p:cNvPicPr>
          <p:nvPr/>
        </p:nvPicPr>
        <p:blipFill>
          <a:blip r:embed="rId3"/>
          <a:stretch>
            <a:fillRect/>
          </a:stretch>
        </p:blipFill>
        <p:spPr>
          <a:xfrm>
            <a:off x="785813" y="1712278"/>
            <a:ext cx="5012055" cy="3565525"/>
          </a:xfrm>
          <a:prstGeom prst="rect">
            <a:avLst/>
          </a:prstGeom>
        </p:spPr>
      </p:pic>
      <p:pic>
        <p:nvPicPr>
          <p:cNvPr id="24" name="Picture 23" descr="A screenshot of a computer code&#10;&#10;AI-generated content may be incorrect.">
            <a:extLst>
              <a:ext uri="{FF2B5EF4-FFF2-40B4-BE49-F238E27FC236}">
                <a16:creationId xmlns:a16="http://schemas.microsoft.com/office/drawing/2014/main" id="{1A0FD507-3A5E-9869-0C23-5C54C52ACA2F}"/>
              </a:ext>
            </a:extLst>
          </p:cNvPr>
          <p:cNvPicPr>
            <a:picLocks noChangeAspect="1"/>
          </p:cNvPicPr>
          <p:nvPr/>
        </p:nvPicPr>
        <p:blipFill>
          <a:blip r:embed="rId4"/>
          <a:stretch>
            <a:fillRect/>
          </a:stretch>
        </p:blipFill>
        <p:spPr>
          <a:xfrm>
            <a:off x="6091872" y="1712912"/>
            <a:ext cx="4895215" cy="3564255"/>
          </a:xfrm>
          <a:prstGeom prst="rect">
            <a:avLst/>
          </a:prstGeom>
        </p:spPr>
      </p:pic>
    </p:spTree>
    <p:extLst>
      <p:ext uri="{BB962C8B-B14F-4D97-AF65-F5344CB8AC3E}">
        <p14:creationId xmlns:p14="http://schemas.microsoft.com/office/powerpoint/2010/main" val="29064919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3331BC-F827-7540-F662-DCF8903302CF}"/>
              </a:ext>
            </a:extLst>
          </p:cNvPr>
          <p:cNvSpPr/>
          <p:nvPr/>
        </p:nvSpPr>
        <p:spPr>
          <a:xfrm>
            <a:off x="1" y="0"/>
            <a:ext cx="12192000" cy="350173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C039F8C-0AC3-6CAF-95DB-A7C86C8B3F08}"/>
              </a:ext>
            </a:extLst>
          </p:cNvPr>
          <p:cNvSpPr/>
          <p:nvPr/>
        </p:nvSpPr>
        <p:spPr>
          <a:xfrm>
            <a:off x="436418" y="415636"/>
            <a:ext cx="11319164" cy="33458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8B1C892-D1AE-8170-7237-FC72308AF1E7}"/>
              </a:ext>
            </a:extLst>
          </p:cNvPr>
          <p:cNvSpPr>
            <a:spLocks noGrp="1"/>
          </p:cNvSpPr>
          <p:nvPr>
            <p:ph type="title"/>
          </p:nvPr>
        </p:nvSpPr>
        <p:spPr>
          <a:xfrm>
            <a:off x="624958" y="416044"/>
            <a:ext cx="7631709" cy="1091627"/>
          </a:xfrm>
        </p:spPr>
        <p:txBody>
          <a:bodyPr/>
          <a:lstStyle/>
          <a:p>
            <a:r>
              <a:rPr lang="en-US"/>
              <a:t>Materials and tools</a:t>
            </a:r>
          </a:p>
        </p:txBody>
      </p:sp>
      <p:sp>
        <p:nvSpPr>
          <p:cNvPr id="4" name="Content Placeholder 3">
            <a:extLst>
              <a:ext uri="{FF2B5EF4-FFF2-40B4-BE49-F238E27FC236}">
                <a16:creationId xmlns:a16="http://schemas.microsoft.com/office/drawing/2014/main" id="{6CB1F2BE-8A4F-C3F9-7AFD-818336B9B59A}"/>
              </a:ext>
            </a:extLst>
          </p:cNvPr>
          <p:cNvSpPr>
            <a:spLocks noGrp="1"/>
          </p:cNvSpPr>
          <p:nvPr>
            <p:ph sz="half" idx="1"/>
          </p:nvPr>
        </p:nvSpPr>
        <p:spPr>
          <a:xfrm>
            <a:off x="914434" y="2084470"/>
            <a:ext cx="4988194" cy="3707076"/>
          </a:xfrm>
        </p:spPr>
        <p:txBody>
          <a:bodyPr vert="horz" lIns="91440" tIns="0" rIns="91440" bIns="0" rtlCol="0" anchor="t">
            <a:normAutofit/>
          </a:bodyPr>
          <a:lstStyle/>
          <a:p>
            <a:r>
              <a:rPr lang="en-US" sz="4000" dirty="0">
                <a:cs typeface="Sabon Next LT"/>
              </a:rPr>
              <a:t>Tools:</a:t>
            </a:r>
          </a:p>
          <a:p>
            <a:r>
              <a:rPr lang="en-US" sz="4000" dirty="0">
                <a:cs typeface="Sabon Next LT"/>
              </a:rPr>
              <a:t>Matlab – add onto existing work</a:t>
            </a:r>
          </a:p>
          <a:p>
            <a:r>
              <a:rPr lang="en-US" sz="4000" dirty="0">
                <a:cs typeface="Sabon Next LT"/>
              </a:rPr>
              <a:t>ImageJ – aid with image processing</a:t>
            </a:r>
          </a:p>
        </p:txBody>
      </p:sp>
      <p:pic>
        <p:nvPicPr>
          <p:cNvPr id="3" name="Picture 2" descr="MATLAB - Wikipedia">
            <a:extLst>
              <a:ext uri="{FF2B5EF4-FFF2-40B4-BE49-F238E27FC236}">
                <a16:creationId xmlns:a16="http://schemas.microsoft.com/office/drawing/2014/main" id="{0F51C77E-8592-A2B8-8C26-F0CEE9FF4AFF}"/>
              </a:ext>
            </a:extLst>
          </p:cNvPr>
          <p:cNvPicPr>
            <a:picLocks noChangeAspect="1"/>
          </p:cNvPicPr>
          <p:nvPr/>
        </p:nvPicPr>
        <p:blipFill>
          <a:blip r:embed="rId3"/>
          <a:stretch>
            <a:fillRect/>
          </a:stretch>
        </p:blipFill>
        <p:spPr>
          <a:xfrm>
            <a:off x="5936511" y="1511782"/>
            <a:ext cx="2610886" cy="2351790"/>
          </a:xfrm>
          <a:prstGeom prst="rect">
            <a:avLst/>
          </a:prstGeom>
        </p:spPr>
      </p:pic>
      <p:pic>
        <p:nvPicPr>
          <p:cNvPr id="5" name="Picture 4" descr="A screenshot of a computer&#10;&#10;AI-generated content may be incorrect.">
            <a:extLst>
              <a:ext uri="{FF2B5EF4-FFF2-40B4-BE49-F238E27FC236}">
                <a16:creationId xmlns:a16="http://schemas.microsoft.com/office/drawing/2014/main" id="{560231E4-1B64-FAB8-9F32-D2F5F37C948E}"/>
              </a:ext>
            </a:extLst>
          </p:cNvPr>
          <p:cNvPicPr>
            <a:picLocks noChangeAspect="1"/>
          </p:cNvPicPr>
          <p:nvPr/>
        </p:nvPicPr>
        <p:blipFill>
          <a:blip r:embed="rId4"/>
          <a:stretch>
            <a:fillRect/>
          </a:stretch>
        </p:blipFill>
        <p:spPr>
          <a:xfrm>
            <a:off x="7975674" y="4188562"/>
            <a:ext cx="2980513" cy="2255432"/>
          </a:xfrm>
          <a:prstGeom prst="rect">
            <a:avLst/>
          </a:prstGeom>
        </p:spPr>
      </p:pic>
    </p:spTree>
    <p:extLst>
      <p:ext uri="{BB962C8B-B14F-4D97-AF65-F5344CB8AC3E}">
        <p14:creationId xmlns:p14="http://schemas.microsoft.com/office/powerpoint/2010/main" val="32631583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E4FDD-D335-CCCC-9841-5F4F756E9858}"/>
            </a:ext>
          </a:extLst>
        </p:cNvPr>
        <p:cNvGrpSpPr/>
        <p:nvPr/>
      </p:nvGrpSpPr>
      <p:grpSpPr>
        <a:xfrm>
          <a:off x="0" y="0"/>
          <a:ext cx="0" cy="0"/>
          <a:chOff x="0" y="0"/>
          <a:chExt cx="0" cy="0"/>
        </a:xfrm>
      </p:grpSpPr>
      <p:sp>
        <p:nvSpPr>
          <p:cNvPr id="12" name="Rectangle 11">
            <a:extLst>
              <a:ext uri="{FF2B5EF4-FFF2-40B4-BE49-F238E27FC236}">
                <a16:creationId xmlns:a16="http://schemas.microsoft.com/office/drawing/2014/main" id="{44CEAFBC-59D4-D198-E6A4-C174A1A6BEB4}"/>
              </a:ext>
            </a:extLst>
          </p:cNvPr>
          <p:cNvSpPr/>
          <p:nvPr/>
        </p:nvSpPr>
        <p:spPr>
          <a:xfrm>
            <a:off x="1" y="0"/>
            <a:ext cx="12192000" cy="350173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1AEEF93-73B5-7BE8-6AFA-2BF79A79D16C}"/>
              </a:ext>
            </a:extLst>
          </p:cNvPr>
          <p:cNvSpPr/>
          <p:nvPr/>
        </p:nvSpPr>
        <p:spPr>
          <a:xfrm>
            <a:off x="436418" y="415636"/>
            <a:ext cx="11319164" cy="33458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F204757-5EE0-5B73-0950-3B81C06D9528}"/>
              </a:ext>
            </a:extLst>
          </p:cNvPr>
          <p:cNvSpPr>
            <a:spLocks noGrp="1"/>
          </p:cNvSpPr>
          <p:nvPr>
            <p:ph type="title"/>
          </p:nvPr>
        </p:nvSpPr>
        <p:spPr/>
        <p:txBody>
          <a:bodyPr/>
          <a:lstStyle/>
          <a:p>
            <a:r>
              <a:rPr lang="en-US" dirty="0"/>
              <a:t>Cost</a:t>
            </a:r>
          </a:p>
        </p:txBody>
      </p:sp>
      <p:pic>
        <p:nvPicPr>
          <p:cNvPr id="10" name="Picture 9">
            <a:extLst>
              <a:ext uri="{FF2B5EF4-FFF2-40B4-BE49-F238E27FC236}">
                <a16:creationId xmlns:a16="http://schemas.microsoft.com/office/drawing/2014/main" id="{B22E7D34-1E1D-3855-F3CD-756808E4E255}"/>
              </a:ext>
            </a:extLst>
          </p:cNvPr>
          <p:cNvPicPr>
            <a:picLocks noChangeAspect="1"/>
          </p:cNvPicPr>
          <p:nvPr/>
        </p:nvPicPr>
        <p:blipFill>
          <a:blip r:embed="rId2"/>
          <a:stretch>
            <a:fillRect/>
          </a:stretch>
        </p:blipFill>
        <p:spPr>
          <a:xfrm>
            <a:off x="1589733" y="2408563"/>
            <a:ext cx="9012534" cy="3732464"/>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14573454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screenshot of a computer&#10;&#10;AI-generated content may be incorrect.">
            <a:extLst>
              <a:ext uri="{FF2B5EF4-FFF2-40B4-BE49-F238E27FC236}">
                <a16:creationId xmlns:a16="http://schemas.microsoft.com/office/drawing/2014/main" id="{8BD853BC-8E42-40C4-C496-425675D7D7EB}"/>
              </a:ext>
            </a:extLst>
          </p:cNvPr>
          <p:cNvPicPr>
            <a:picLocks noChangeAspect="1"/>
          </p:cNvPicPr>
          <p:nvPr/>
        </p:nvPicPr>
        <p:blipFill>
          <a:blip r:embed="rId3"/>
          <a:srcRect t="7510" b="10923"/>
          <a:stretch/>
        </p:blipFill>
        <p:spPr>
          <a:xfrm>
            <a:off x="2090019" y="714388"/>
            <a:ext cx="9472992" cy="5970823"/>
          </a:xfrm>
          <a:prstGeom prst="rect">
            <a:avLst/>
          </a:prstGeom>
        </p:spPr>
      </p:pic>
      <p:sp>
        <p:nvSpPr>
          <p:cNvPr id="10" name="Rectangle 9">
            <a:extLst>
              <a:ext uri="{FF2B5EF4-FFF2-40B4-BE49-F238E27FC236}">
                <a16:creationId xmlns:a16="http://schemas.microsoft.com/office/drawing/2014/main" id="{5BD33CF0-3066-2ADB-C854-A19DFB7F7048}"/>
              </a:ext>
            </a:extLst>
          </p:cNvPr>
          <p:cNvSpPr/>
          <p:nvPr/>
        </p:nvSpPr>
        <p:spPr>
          <a:xfrm>
            <a:off x="2090019" y="575353"/>
            <a:ext cx="2276498" cy="7500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2">
            <a:extLst>
              <a:ext uri="{FF2B5EF4-FFF2-40B4-BE49-F238E27FC236}">
                <a16:creationId xmlns:a16="http://schemas.microsoft.com/office/drawing/2014/main" id="{38D62608-F5E4-7EC0-5EF0-4F988DDDEC5B}"/>
              </a:ext>
            </a:extLst>
          </p:cNvPr>
          <p:cNvSpPr>
            <a:spLocks noGrp="1"/>
          </p:cNvSpPr>
          <p:nvPr>
            <p:ph type="title"/>
          </p:nvPr>
        </p:nvSpPr>
        <p:spPr>
          <a:xfrm>
            <a:off x="879790" y="270068"/>
            <a:ext cx="9875463" cy="999746"/>
          </a:xfrm>
        </p:spPr>
        <p:txBody>
          <a:bodyPr/>
          <a:lstStyle/>
          <a:p>
            <a:r>
              <a:rPr lang="en-US"/>
              <a:t>Gantt chart</a:t>
            </a:r>
          </a:p>
        </p:txBody>
      </p:sp>
    </p:spTree>
    <p:extLst>
      <p:ext uri="{BB962C8B-B14F-4D97-AF65-F5344CB8AC3E}">
        <p14:creationId xmlns:p14="http://schemas.microsoft.com/office/powerpoint/2010/main" val="249802160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FDDD07-BB12-F000-DC52-D40464113F4B}"/>
              </a:ext>
            </a:extLst>
          </p:cNvPr>
          <p:cNvSpPr>
            <a:spLocks noGrp="1"/>
          </p:cNvSpPr>
          <p:nvPr>
            <p:ph type="title"/>
          </p:nvPr>
        </p:nvSpPr>
        <p:spPr>
          <a:xfrm>
            <a:off x="4650999" y="370506"/>
            <a:ext cx="2722842" cy="929105"/>
          </a:xfrm>
        </p:spPr>
        <p:txBody>
          <a:bodyPr/>
          <a:lstStyle/>
          <a:p>
            <a:r>
              <a:rPr lang="en-US" dirty="0"/>
              <a:t>Timeline</a:t>
            </a:r>
          </a:p>
        </p:txBody>
      </p:sp>
      <p:graphicFrame>
        <p:nvGraphicFramePr>
          <p:cNvPr id="4" name="Diagram 3">
            <a:extLst>
              <a:ext uri="{FF2B5EF4-FFF2-40B4-BE49-F238E27FC236}">
                <a16:creationId xmlns:a16="http://schemas.microsoft.com/office/drawing/2014/main" id="{DD6F863B-0BC9-8E89-45CB-74F8FF1C91BE}"/>
              </a:ext>
            </a:extLst>
          </p:cNvPr>
          <p:cNvGraphicFramePr/>
          <p:nvPr>
            <p:extLst>
              <p:ext uri="{D42A27DB-BD31-4B8C-83A1-F6EECF244321}">
                <p14:modId xmlns:p14="http://schemas.microsoft.com/office/powerpoint/2010/main" val="2920999096"/>
              </p:ext>
            </p:extLst>
          </p:nvPr>
        </p:nvGraphicFramePr>
        <p:xfrm>
          <a:off x="1801090" y="-297873"/>
          <a:ext cx="8589817" cy="803563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1375615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93B7C-8E19-3FB9-9F4A-54E3BC467E29}"/>
              </a:ext>
            </a:extLst>
          </p:cNvPr>
          <p:cNvSpPr>
            <a:spLocks noGrp="1"/>
          </p:cNvSpPr>
          <p:nvPr>
            <p:ph type="title"/>
          </p:nvPr>
        </p:nvSpPr>
        <p:spPr>
          <a:xfrm>
            <a:off x="1544656" y="297678"/>
            <a:ext cx="9879437" cy="980844"/>
          </a:xfrm>
        </p:spPr>
        <p:txBody>
          <a:bodyPr/>
          <a:lstStyle/>
          <a:p>
            <a:r>
              <a:rPr lang="en-US"/>
              <a:t>Summary</a:t>
            </a:r>
          </a:p>
        </p:txBody>
      </p:sp>
      <p:sp>
        <p:nvSpPr>
          <p:cNvPr id="4" name="Content Placeholder 3">
            <a:extLst>
              <a:ext uri="{FF2B5EF4-FFF2-40B4-BE49-F238E27FC236}">
                <a16:creationId xmlns:a16="http://schemas.microsoft.com/office/drawing/2014/main" id="{DD69F8C9-3822-8743-28CC-02E4FB5E6235}"/>
              </a:ext>
            </a:extLst>
          </p:cNvPr>
          <p:cNvSpPr>
            <a:spLocks noGrp="1"/>
          </p:cNvSpPr>
          <p:nvPr>
            <p:ph sz="half" idx="1"/>
          </p:nvPr>
        </p:nvSpPr>
        <p:spPr>
          <a:xfrm>
            <a:off x="1538750" y="1404396"/>
            <a:ext cx="5103741" cy="4855956"/>
          </a:xfrm>
        </p:spPr>
        <p:txBody>
          <a:bodyPr vert="horz" lIns="91440" tIns="45720" rIns="91440" bIns="45720" rtlCol="0" anchor="t">
            <a:noAutofit/>
          </a:bodyPr>
          <a:lstStyle/>
          <a:p>
            <a:pPr marL="347345" indent="-347345"/>
            <a:r>
              <a:rPr lang="en-US" sz="2800" dirty="0">
                <a:cs typeface="Sabon Next LT"/>
              </a:rPr>
              <a:t>Cell imaging is either expensive or time inefficient.</a:t>
            </a:r>
          </a:p>
          <a:p>
            <a:pPr marL="347345" indent="-347345"/>
            <a:r>
              <a:rPr lang="en-US" sz="2800" dirty="0">
                <a:cs typeface="Sabon Next LT"/>
              </a:rPr>
              <a:t>Need to detect cells, edge of cells, and properties of cells (sickle shape) using MATLAB.</a:t>
            </a:r>
          </a:p>
          <a:p>
            <a:pPr marL="347345" indent="-347345"/>
            <a:r>
              <a:rPr lang="en-US" sz="2800" dirty="0">
                <a:cs typeface="Sabon Next LT"/>
              </a:rPr>
              <a:t>Shapes and size are properties worth looking into for cell detection</a:t>
            </a:r>
          </a:p>
          <a:p>
            <a:pPr marL="347345" indent="-347345"/>
            <a:r>
              <a:rPr lang="en-US" sz="2800" dirty="0">
                <a:cs typeface="Sabon Next LT"/>
              </a:rPr>
              <a:t>Limited data set may act as obstacle to machine learning</a:t>
            </a:r>
          </a:p>
          <a:p>
            <a:pPr marL="347345" indent="-347345"/>
            <a:endParaRPr lang="en-US" sz="2800" dirty="0">
              <a:cs typeface="Sabon Next LT"/>
            </a:endParaRPr>
          </a:p>
          <a:p>
            <a:pPr marL="347345" indent="-347345"/>
            <a:endParaRPr lang="en-US" sz="2800" dirty="0">
              <a:cs typeface="Sabon Next LT"/>
            </a:endParaRPr>
          </a:p>
          <a:p>
            <a:pPr marL="0" indent="0">
              <a:buNone/>
            </a:pPr>
            <a:endParaRPr lang="en-US" sz="2800" dirty="0">
              <a:cs typeface="Sabon Next LT"/>
            </a:endParaRPr>
          </a:p>
        </p:txBody>
      </p:sp>
      <p:sp>
        <p:nvSpPr>
          <p:cNvPr id="6" name="Oval 5">
            <a:extLst>
              <a:ext uri="{FF2B5EF4-FFF2-40B4-BE49-F238E27FC236}">
                <a16:creationId xmlns:a16="http://schemas.microsoft.com/office/drawing/2014/main" id="{2B9D8608-8804-32F6-996B-D18AE9FEEDE7}"/>
              </a:ext>
            </a:extLst>
          </p:cNvPr>
          <p:cNvSpPr/>
          <p:nvPr/>
        </p:nvSpPr>
        <p:spPr>
          <a:xfrm>
            <a:off x="135082" y="299504"/>
            <a:ext cx="862445" cy="862445"/>
          </a:xfrm>
          <a:prstGeom prst="ellips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collage of different colored circles&#10;&#10;AI-generated content may be incorrect.">
            <a:extLst>
              <a:ext uri="{FF2B5EF4-FFF2-40B4-BE49-F238E27FC236}">
                <a16:creationId xmlns:a16="http://schemas.microsoft.com/office/drawing/2014/main" id="{D31DD2F5-97B3-8311-C1E4-13BB71C171B0}"/>
              </a:ext>
            </a:extLst>
          </p:cNvPr>
          <p:cNvPicPr>
            <a:picLocks noChangeAspect="1"/>
          </p:cNvPicPr>
          <p:nvPr/>
        </p:nvPicPr>
        <p:blipFill>
          <a:blip r:embed="rId2"/>
          <a:stretch>
            <a:fillRect/>
          </a:stretch>
        </p:blipFill>
        <p:spPr>
          <a:xfrm>
            <a:off x="6833976" y="1991563"/>
            <a:ext cx="5110976" cy="2872136"/>
          </a:xfrm>
          <a:prstGeom prst="rect">
            <a:avLst/>
          </a:prstGeom>
        </p:spPr>
      </p:pic>
    </p:spTree>
    <p:extLst>
      <p:ext uri="{BB962C8B-B14F-4D97-AF65-F5344CB8AC3E}">
        <p14:creationId xmlns:p14="http://schemas.microsoft.com/office/powerpoint/2010/main" val="219022241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9D22C5-0C9E-B582-A8FE-B45E70A01E7F}"/>
              </a:ext>
            </a:extLst>
          </p:cNvPr>
          <p:cNvSpPr>
            <a:spLocks noGrp="1"/>
          </p:cNvSpPr>
          <p:nvPr>
            <p:ph type="ctrTitle"/>
          </p:nvPr>
        </p:nvSpPr>
        <p:spPr>
          <a:xfrm>
            <a:off x="914401" y="849782"/>
            <a:ext cx="5715000" cy="2727709"/>
          </a:xfrm>
        </p:spPr>
        <p:txBody>
          <a:bodyPr/>
          <a:lstStyle/>
          <a:p>
            <a:r>
              <a:rPr lang="en-US" sz="6000"/>
              <a:t>Thank you</a:t>
            </a:r>
          </a:p>
        </p:txBody>
      </p:sp>
      <p:sp>
        <p:nvSpPr>
          <p:cNvPr id="3" name="Subtitle 2">
            <a:extLst>
              <a:ext uri="{FF2B5EF4-FFF2-40B4-BE49-F238E27FC236}">
                <a16:creationId xmlns:a16="http://schemas.microsoft.com/office/drawing/2014/main" id="{D8B5CEF2-E667-BBB5-2EA6-C06F93B6DE12}"/>
              </a:ext>
            </a:extLst>
          </p:cNvPr>
          <p:cNvSpPr>
            <a:spLocks noGrp="1"/>
          </p:cNvSpPr>
          <p:nvPr>
            <p:ph type="subTitle" idx="1"/>
          </p:nvPr>
        </p:nvSpPr>
        <p:spPr>
          <a:xfrm>
            <a:off x="914401" y="3813606"/>
            <a:ext cx="5715000" cy="2234642"/>
          </a:xfrm>
        </p:spPr>
        <p:txBody>
          <a:bodyPr>
            <a:normAutofit/>
          </a:bodyPr>
          <a:lstStyle/>
          <a:p>
            <a:endParaRPr lang="en-US" sz="3000" dirty="0">
              <a:cs typeface="Sabon Next LT"/>
            </a:endParaRPr>
          </a:p>
        </p:txBody>
      </p:sp>
    </p:spTree>
    <p:extLst>
      <p:ext uri="{BB962C8B-B14F-4D97-AF65-F5344CB8AC3E}">
        <p14:creationId xmlns:p14="http://schemas.microsoft.com/office/powerpoint/2010/main" val="1973173046"/>
      </p:ext>
    </p:extLst>
  </p:cSld>
  <p:clrMapOvr>
    <a:masterClrMapping/>
  </p:clrMapOvr>
</p:sld>
</file>

<file path=ppt/theme/theme1.xml><?xml version="1.0" encoding="utf-8"?>
<a:theme xmlns:a="http://schemas.openxmlformats.org/drawingml/2006/main" name="Custom">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22">
      <a:majorFont>
        <a:latin typeface="Arial Black"/>
        <a:ea typeface=""/>
        <a:cs typeface=""/>
      </a:majorFont>
      <a:minorFont>
        <a:latin typeface="Sabon Next LT"/>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eometric color block_Win32_SL_v14" id="{59749740-91A0-46B8-82A8-B436C7A8A142}" vid="{B3F8D047-377B-4FC8-B21C-47530C6DE3A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7DFB23BD9BB14DBAA00A09D22FB835" ma:contentTypeVersion="8" ma:contentTypeDescription="Create a new document." ma:contentTypeScope="" ma:versionID="af90a80d488717b9ef607d954ef2a0cc">
  <xsd:schema xmlns:xsd="http://www.w3.org/2001/XMLSchema" xmlns:xs="http://www.w3.org/2001/XMLSchema" xmlns:p="http://schemas.microsoft.com/office/2006/metadata/properties" xmlns:ns2="eb5155ac-509b-4df1-8c7d-3e0eccb07f7b" targetNamespace="http://schemas.microsoft.com/office/2006/metadata/properties" ma:root="true" ma:fieldsID="739172f4ee1cecc2236a9a713f5b3cc3" ns2:_="">
    <xsd:import namespace="eb5155ac-509b-4df1-8c7d-3e0eccb07f7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b5155ac-509b-4df1-8c7d-3e0eccb07f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DateTaken" ma:index="12" nillable="true" ma:displayName="MediaServiceDateTaken" ma:hidden="true" ma:indexed="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A719FA4-954C-4FA8-82CB-206659C3B826}">
  <ds:schemaRefs>
    <ds:schemaRef ds:uri="eb5155ac-509b-4df1-8c7d-3e0eccb07f7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83E26143-524E-4AF8-BF61-C8FEE56DA495}"/>
</file>

<file path=customXml/itemProps3.xml><?xml version="1.0" encoding="utf-8"?>
<ds:datastoreItem xmlns:ds="http://schemas.openxmlformats.org/officeDocument/2006/customXml" ds:itemID="{16DBB56F-4362-4386-A1A1-3DF898896616}">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{DAADB48D-4895-4F94-B966-6337476EDA3B}tf78438558_win32</Template>
  <Application>Microsoft Office PowerPoint</Application>
  <PresentationFormat>Widescreen</PresentationFormat>
  <Slides>27</Slides>
  <Notes>20</Notes>
  <HiddenSlides>0</HiddenSlide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Custom</vt:lpstr>
      <vt:lpstr>  CELL IMAGING 2026</vt:lpstr>
      <vt:lpstr>Background</vt:lpstr>
      <vt:lpstr>Introduction</vt:lpstr>
      <vt:lpstr>POV Statement</vt:lpstr>
      <vt:lpstr>overview</vt:lpstr>
      <vt:lpstr>Takeaways</vt:lpstr>
      <vt:lpstr>Brainstorming</vt:lpstr>
      <vt:lpstr>Interviews</vt:lpstr>
      <vt:lpstr>PowerPoint Presentation</vt:lpstr>
      <vt:lpstr>PowerPoint Presentation</vt:lpstr>
      <vt:lpstr>PowerPoint Presentation</vt:lpstr>
      <vt:lpstr>Constraints and criteria </vt:lpstr>
      <vt:lpstr>Constraints and criteria</vt:lpstr>
      <vt:lpstr>Decision matrix</vt:lpstr>
      <vt:lpstr>Research Conclusions</vt:lpstr>
      <vt:lpstr>Tasks and thoughts</vt:lpstr>
      <vt:lpstr>Sickle Cell Disease</vt:lpstr>
      <vt:lpstr>Flowchart</vt:lpstr>
      <vt:lpstr>Processing Example</vt:lpstr>
      <vt:lpstr>PowerPoint Presentation</vt:lpstr>
      <vt:lpstr>MATLAB CODE</vt:lpstr>
      <vt:lpstr>Materials and tools</vt:lpstr>
      <vt:lpstr>Cost</vt:lpstr>
      <vt:lpstr>Gantt chart</vt:lpstr>
      <vt:lpstr>Timeline</vt:lpstr>
      <vt:lpstr>Summary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Demetrius Schank</dc:creator>
  <cp:revision>671</cp:revision>
  <dcterms:created xsi:type="dcterms:W3CDTF">2025-03-31T20:01:13Z</dcterms:created>
  <dcterms:modified xsi:type="dcterms:W3CDTF">2026-04-26T15:24:10Z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0x010100797DFB23BD9BB14DBAA00A09D22FB835</vt:lpwstr>
  </property>
</Properties>
</file>