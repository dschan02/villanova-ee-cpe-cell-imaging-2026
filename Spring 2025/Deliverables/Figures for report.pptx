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holas" userId="03ce8e2f-16a1-4832-acc3-1ab1801533c0" providerId="ADAL" clId="{9E51F5BC-306D-402E-BB1E-9E04A60839E0}"/>
    <pc:docChg chg="modSld">
      <pc:chgData name="Nicholas" userId="03ce8e2f-16a1-4832-acc3-1ab1801533c0" providerId="ADAL" clId="{9E51F5BC-306D-402E-BB1E-9E04A60839E0}" dt="2021-05-10T01:53:13.699" v="30" actId="20577"/>
      <pc:docMkLst>
        <pc:docMk/>
      </pc:docMkLst>
      <pc:sldChg chg="addSp modSp mod">
        <pc:chgData name="Nicholas" userId="03ce8e2f-16a1-4832-acc3-1ab1801533c0" providerId="ADAL" clId="{9E51F5BC-306D-402E-BB1E-9E04A60839E0}" dt="2021-05-10T01:53:13.699" v="30" actId="20577"/>
        <pc:sldMkLst>
          <pc:docMk/>
          <pc:sldMk cId="796163887" sldId="256"/>
        </pc:sldMkLst>
        <pc:spChg chg="add mod">
          <ac:chgData name="Nicholas" userId="03ce8e2f-16a1-4832-acc3-1ab1801533c0" providerId="ADAL" clId="{9E51F5BC-306D-402E-BB1E-9E04A60839E0}" dt="2021-05-10T01:53:02.971" v="26" actId="1076"/>
          <ac:spMkLst>
            <pc:docMk/>
            <pc:sldMk cId="796163887" sldId="256"/>
            <ac:spMk id="19" creationId="{1D8FF373-DB7D-444E-A2B5-2AFBA0089A04}"/>
          </ac:spMkLst>
        </pc:spChg>
        <pc:spChg chg="add mod">
          <ac:chgData name="Nicholas" userId="03ce8e2f-16a1-4832-acc3-1ab1801533c0" providerId="ADAL" clId="{9E51F5BC-306D-402E-BB1E-9E04A60839E0}" dt="2021-05-10T01:53:13.699" v="30" actId="20577"/>
          <ac:spMkLst>
            <pc:docMk/>
            <pc:sldMk cId="796163887" sldId="256"/>
            <ac:spMk id="20" creationId="{8BC2CC6D-C789-4298-B209-F9CBA39B6576}"/>
          </ac:spMkLst>
        </pc:spChg>
        <pc:picChg chg="add mod modCrop">
          <ac:chgData name="Nicholas" userId="03ce8e2f-16a1-4832-acc3-1ab1801533c0" providerId="ADAL" clId="{9E51F5BC-306D-402E-BB1E-9E04A60839E0}" dt="2021-05-10T01:49:42.444" v="23" actId="1076"/>
          <ac:picMkLst>
            <pc:docMk/>
            <pc:sldMk cId="796163887" sldId="256"/>
            <ac:picMk id="2" creationId="{338D77BF-369E-43C8-AE95-2E5A8D726034}"/>
          </ac:picMkLst>
        </pc:picChg>
        <pc:picChg chg="add mod">
          <ac:chgData name="Nicholas" userId="03ce8e2f-16a1-4832-acc3-1ab1801533c0" providerId="ADAL" clId="{9E51F5BC-306D-402E-BB1E-9E04A60839E0}" dt="2021-05-10T01:49:50.891" v="24" actId="1076"/>
          <ac:picMkLst>
            <pc:docMk/>
            <pc:sldMk cId="796163887" sldId="256"/>
            <ac:picMk id="17" creationId="{B2B6BFB6-C3BF-400B-A910-4B1F4877950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CAF1D-D4AF-4065-8314-8DD59F842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9FE18-B0A1-429F-94AC-8DE67C091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F7E10-D147-4CD4-BD8A-042FC9AE6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D9FB-F9C2-4853-A50B-F81BA71FBEE0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4C51D-6123-4C41-9A3C-C40D96F2B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3D05C-CBD4-48FA-9237-6C3077E88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ACCB-D86B-4CC6-B47F-54993AB28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747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6D67C-35A5-4FD8-85CE-2FE96FA42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3DF9C-63D6-4AB1-B6FD-1B4D80B85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FA8FB-EA0F-4831-93BD-0FDC8310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D9FB-F9C2-4853-A50B-F81BA71FBEE0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DEB4-08FC-4343-997A-9D38395BF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296CC-C377-4E48-9921-69E638A1C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ACCB-D86B-4CC6-B47F-54993AB28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47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611F4-D858-4BCB-BABB-86338D230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C2A80-4191-401E-9983-624AE059A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ACF74-4B81-43E7-89E4-2062AE1C9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D9FB-F9C2-4853-A50B-F81BA71FBEE0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D88F4-E49C-4A3E-82ED-E68B4F6E7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782BD-AF82-422E-AB2D-A184A97E3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ACCB-D86B-4CC6-B47F-54993AB28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96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196F7-7463-43FF-933E-C71D026B0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93C12-2974-4873-BC39-8A565A854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2BB3B-5287-4EF6-937A-3D0694B3E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7AEFE-1D25-4105-B09E-1977B8BFD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D9FB-F9C2-4853-A50B-F81BA71FBEE0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0686D-7638-422A-B228-623B2EBAC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9EF20-6678-441C-AE26-FDBFBE96D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ACCB-D86B-4CC6-B47F-54993AB28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89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F556C-E702-4EC7-AA40-6527BC47B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33F5C-04E2-484F-AE29-5E8EA087B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4E0E7-CC06-4A4B-ACC5-202BEE383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A8D5F1-7A66-4402-8291-5DD6E957C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8D1428-4611-4E2A-BF19-FEEE71C80F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5C091F-686C-4B5A-8323-EBCDCD9C2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D9FB-F9C2-4853-A50B-F81BA71FBEE0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18BFB-754F-4881-B3B1-72D5AB675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550C6-A443-4625-8097-2845BD5EA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ACCB-D86B-4CC6-B47F-54993AB28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6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0773B-7470-4456-AC90-BAD880F14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A5D022-FD57-4B3A-ACA6-A5F8A404B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D9FB-F9C2-4853-A50B-F81BA71FBEE0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7499D9-606D-4422-8515-217E64640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CA4E3C-39A2-4FCA-BC3E-107BDB6B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ACCB-D86B-4CC6-B47F-54993AB28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6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B16395-3071-44FE-90F4-38211843F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D9FB-F9C2-4853-A50B-F81BA71FBEE0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7C1602-0ACA-4D5F-A6BE-72CB06C1F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B9571-0BB8-43C3-A949-A33763231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ACCB-D86B-4CC6-B47F-54993AB28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45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9322C-AB39-4F59-A473-66BAF16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673F7-AE22-401A-916E-98B754FFB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405A3-00C5-4A8C-90D2-17A533AA9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7AFD8-E1FA-4C82-95AE-B289038A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D9FB-F9C2-4853-A50B-F81BA71FBEE0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A6498-6C84-4108-80C4-8555D3889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1CE32-235B-4329-9924-A5EDA723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ACCB-D86B-4CC6-B47F-54993AB28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7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0EC53-160D-42FB-985F-90F8E15E6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325461-ABDC-4FF4-BE1F-2A6F3EB24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64C3B-050C-4A2C-BD5C-7DF7E0CC4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E3B78-605E-4BFB-A20E-C3F4ECABC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D9FB-F9C2-4853-A50B-F81BA71FBEE0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A5AF5-104C-48BD-96C0-4B631AE80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BEC2A-CA8C-4EB3-AA26-04C1FE82B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ACCB-D86B-4CC6-B47F-54993AB28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08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6E06-6015-4361-BADF-4A307FCE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7B58B-6390-4304-8B7E-01CCDFC4F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EAB43-BB12-481C-A61D-DDE54EB5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D9FB-F9C2-4853-A50B-F81BA71FBEE0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63914-6FD0-46AD-8012-CF3F1C83F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F11DD-CC24-4C65-B052-887A959B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ACCB-D86B-4CC6-B47F-54993AB28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81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196DAE-3731-4563-B59F-F8E4772DA5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756001-4275-47D5-86AB-11484CF40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4C79E-0FF6-4D5F-B5B1-1019B076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D9FB-F9C2-4853-A50B-F81BA71FBEE0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1666D-9600-4A57-934B-AABB04621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54B59-5E21-4D5B-BD47-BCA16B98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FACCB-D86B-4CC6-B47F-54993AB28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7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45F58-8022-460F-B042-D6A02AD86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92B84-C856-4A2D-816B-AEE612DD2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76909-9277-42BB-BB66-70DCF7109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DD9FB-F9C2-4853-A50B-F81BA71FBEE0}" type="datetimeFigureOut">
              <a:rPr lang="en-US" smtClean="0"/>
              <a:t>5/9/2021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CEACE-0C19-44E9-A6B0-BA071B777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2B61F-DA60-4CBE-9B06-8D5A1DDB7D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FACCB-D86B-4CC6-B47F-54993AB28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63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9D1AE4-D6E4-4C26-8FF4-9566E52EC908}"/>
              </a:ext>
            </a:extLst>
          </p:cNvPr>
          <p:cNvGrpSpPr/>
          <p:nvPr/>
        </p:nvGrpSpPr>
        <p:grpSpPr>
          <a:xfrm>
            <a:off x="1489435" y="970961"/>
            <a:ext cx="1743959" cy="1743764"/>
            <a:chOff x="1489435" y="970961"/>
            <a:chExt cx="1743959" cy="174376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66AC5CDE-237D-4F93-BF36-4C37FED722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10" t="4440" r="16134" b="8926"/>
            <a:stretch/>
          </p:blipFill>
          <p:spPr bwMode="auto">
            <a:xfrm>
              <a:off x="1489435" y="970961"/>
              <a:ext cx="1743959" cy="1677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1DFFCF9-4915-45EF-8189-A009443285C9}"/>
                </a:ext>
              </a:extLst>
            </p:cNvPr>
            <p:cNvSpPr txBox="1"/>
            <p:nvPr/>
          </p:nvSpPr>
          <p:spPr>
            <a:xfrm>
              <a:off x="1489435" y="2406948"/>
              <a:ext cx="346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a.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07D69B8-D4CB-4668-ABA7-9BE38617F42E}"/>
              </a:ext>
            </a:extLst>
          </p:cNvPr>
          <p:cNvGrpSpPr/>
          <p:nvPr/>
        </p:nvGrpSpPr>
        <p:grpSpPr>
          <a:xfrm>
            <a:off x="3246915" y="970961"/>
            <a:ext cx="1797252" cy="1740456"/>
            <a:chOff x="3585948" y="970961"/>
            <a:chExt cx="1797252" cy="1740456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AA39F8FA-3221-4573-9445-422E9104D6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80" t="4977" r="16193" b="9139"/>
            <a:stretch/>
          </p:blipFill>
          <p:spPr bwMode="auto">
            <a:xfrm>
              <a:off x="3616915" y="970961"/>
              <a:ext cx="1766285" cy="1677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9022738-A264-403E-A48B-782B9E32D06C}"/>
                </a:ext>
              </a:extLst>
            </p:cNvPr>
            <p:cNvSpPr txBox="1"/>
            <p:nvPr/>
          </p:nvSpPr>
          <p:spPr>
            <a:xfrm>
              <a:off x="3585948" y="2403640"/>
              <a:ext cx="346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b.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DD65788-17FE-454D-9EB8-F1B7B8F76B51}"/>
              </a:ext>
            </a:extLst>
          </p:cNvPr>
          <p:cNvGrpSpPr/>
          <p:nvPr/>
        </p:nvGrpSpPr>
        <p:grpSpPr>
          <a:xfrm>
            <a:off x="5088655" y="970962"/>
            <a:ext cx="1778370" cy="1740455"/>
            <a:chOff x="5766721" y="970961"/>
            <a:chExt cx="1778370" cy="1740455"/>
          </a:xfrm>
        </p:grpSpPr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31982320-E3AE-4A21-BA3E-E9B5DC3772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24" t="4627" r="15959" b="10085"/>
            <a:stretch/>
          </p:blipFill>
          <p:spPr bwMode="auto">
            <a:xfrm>
              <a:off x="5766721" y="970961"/>
              <a:ext cx="1778370" cy="1677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DC3ED5B-CEC2-4334-8348-D5ADB254D5F2}"/>
                </a:ext>
              </a:extLst>
            </p:cNvPr>
            <p:cNvSpPr txBox="1"/>
            <p:nvPr/>
          </p:nvSpPr>
          <p:spPr>
            <a:xfrm>
              <a:off x="5766721" y="2403639"/>
              <a:ext cx="346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c.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50169D7-D03F-420E-964B-9E6E65F17136}"/>
              </a:ext>
            </a:extLst>
          </p:cNvPr>
          <p:cNvGrpSpPr/>
          <p:nvPr/>
        </p:nvGrpSpPr>
        <p:grpSpPr>
          <a:xfrm>
            <a:off x="2448032" y="2711417"/>
            <a:ext cx="1766285" cy="1751987"/>
            <a:chOff x="2513979" y="2952327"/>
            <a:chExt cx="1766285" cy="1751987"/>
          </a:xfrm>
        </p:grpSpPr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75E536D7-A4FD-427B-98DF-8FA647F3CA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034" t="4972" r="16399" b="9441"/>
            <a:stretch/>
          </p:blipFill>
          <p:spPr bwMode="auto">
            <a:xfrm>
              <a:off x="2513979" y="2952327"/>
              <a:ext cx="1766285" cy="16785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CE5925-5F03-407E-9F20-342C18ECCDCF}"/>
                </a:ext>
              </a:extLst>
            </p:cNvPr>
            <p:cNvSpPr txBox="1"/>
            <p:nvPr/>
          </p:nvSpPr>
          <p:spPr>
            <a:xfrm>
              <a:off x="2513979" y="4396537"/>
              <a:ext cx="346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d.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5704492-0730-4BCC-8FBD-D3A3CB7F07A8}"/>
              </a:ext>
            </a:extLst>
          </p:cNvPr>
          <p:cNvGrpSpPr/>
          <p:nvPr/>
        </p:nvGrpSpPr>
        <p:grpSpPr>
          <a:xfrm>
            <a:off x="4295947" y="2711417"/>
            <a:ext cx="1778370" cy="1755997"/>
            <a:chOff x="4877536" y="2948317"/>
            <a:chExt cx="1778370" cy="1755997"/>
          </a:xfrm>
        </p:grpSpPr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8A72304D-67E1-44B6-8504-7BEF491FE1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95" t="5095" r="16169" b="9611"/>
            <a:stretch/>
          </p:blipFill>
          <p:spPr bwMode="auto">
            <a:xfrm>
              <a:off x="4877536" y="2948317"/>
              <a:ext cx="1778370" cy="16825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7BD5680-CC1D-4555-A0B3-935503BA9544}"/>
                </a:ext>
              </a:extLst>
            </p:cNvPr>
            <p:cNvSpPr txBox="1"/>
            <p:nvPr/>
          </p:nvSpPr>
          <p:spPr>
            <a:xfrm>
              <a:off x="4877536" y="4396537"/>
              <a:ext cx="346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e.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2B6BFB6-C3BF-400B-A910-4B1F4877950C}"/>
              </a:ext>
            </a:extLst>
          </p:cNvPr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8" t="8322" r="23718" b="21727"/>
          <a:stretch/>
        </p:blipFill>
        <p:spPr bwMode="auto">
          <a:xfrm>
            <a:off x="5261796" y="4784437"/>
            <a:ext cx="1920156" cy="193999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38D77BF-369E-43C8-AE95-2E5A8D72603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9743" t="9178" r="29701" b="28145"/>
          <a:stretch/>
        </p:blipFill>
        <p:spPr>
          <a:xfrm>
            <a:off x="7250544" y="4784437"/>
            <a:ext cx="2554580" cy="193999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D8FF373-DB7D-444E-A2B5-2AFBA0089A04}"/>
              </a:ext>
            </a:extLst>
          </p:cNvPr>
          <p:cNvSpPr txBox="1"/>
          <p:nvPr/>
        </p:nvSpPr>
        <p:spPr>
          <a:xfrm>
            <a:off x="5279879" y="6416658"/>
            <a:ext cx="346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a.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C2CC6D-C789-4298-B209-F9CBA39B6576}"/>
              </a:ext>
            </a:extLst>
          </p:cNvPr>
          <p:cNvSpPr txBox="1"/>
          <p:nvPr/>
        </p:nvSpPr>
        <p:spPr>
          <a:xfrm>
            <a:off x="7251011" y="6416658"/>
            <a:ext cx="346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b.</a:t>
            </a:r>
          </a:p>
        </p:txBody>
      </p:sp>
    </p:spTree>
    <p:extLst>
      <p:ext uri="{BB962C8B-B14F-4D97-AF65-F5344CB8AC3E}">
        <p14:creationId xmlns:p14="http://schemas.microsoft.com/office/powerpoint/2010/main" val="796163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7DFB23BD9BB14DBAA00A09D22FB835" ma:contentTypeVersion="4" ma:contentTypeDescription="Create a new document." ma:contentTypeScope="" ma:versionID="e683721ff3cea28637e79ce015c4e1e2">
  <xsd:schema xmlns:xsd="http://www.w3.org/2001/XMLSchema" xmlns:xs="http://www.w3.org/2001/XMLSchema" xmlns:p="http://schemas.microsoft.com/office/2006/metadata/properties" xmlns:ns2="eb5155ac-509b-4df1-8c7d-3e0eccb07f7b" targetNamespace="http://schemas.microsoft.com/office/2006/metadata/properties" ma:root="true" ma:fieldsID="7f0877ce33ed44802f5e632e5c6a9d7f" ns2:_="">
    <xsd:import namespace="eb5155ac-509b-4df1-8c7d-3e0eccb07f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155ac-509b-4df1-8c7d-3e0eccb07f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D9A932D-B47C-4688-B0FF-3CDCF1A7240F}"/>
</file>

<file path=customXml/itemProps2.xml><?xml version="1.0" encoding="utf-8"?>
<ds:datastoreItem xmlns:ds="http://schemas.openxmlformats.org/officeDocument/2006/customXml" ds:itemID="{0FFF3A32-8642-488C-A13E-5378A03E9306}"/>
</file>

<file path=customXml/itemProps3.xml><?xml version="1.0" encoding="utf-8"?>
<ds:datastoreItem xmlns:ds="http://schemas.openxmlformats.org/officeDocument/2006/customXml" ds:itemID="{D989B2B8-B274-4919-BCEF-0A06E8A8066A}"/>
</file>

<file path=docProps/app.xml><?xml version="1.0" encoding="utf-8"?>
<Properties xmlns="http://schemas.openxmlformats.org/officeDocument/2006/extended-properties" xmlns:vt="http://schemas.openxmlformats.org/officeDocument/2006/docPropsVTypes">
  <TotalTime>4293</TotalTime>
  <Words>14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Florio</dc:creator>
  <cp:lastModifiedBy>Nicholas Florio</cp:lastModifiedBy>
  <cp:revision>3</cp:revision>
  <dcterms:created xsi:type="dcterms:W3CDTF">2021-05-07T20:11:53Z</dcterms:created>
  <dcterms:modified xsi:type="dcterms:W3CDTF">2021-05-12T16:20:15Z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0x010100797DFB23BD9BB14DBAA00A09D22FB835</vt:lpwstr>
  </property>
  <property fmtid="{D5CDD505-2E9C-101B-9397-08002B2CF9AE}" pid="3" name="Order">
    <vt:r8>19200</vt:r8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