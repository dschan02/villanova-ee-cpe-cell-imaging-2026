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E97539-1777-4F22-9AA8-63232CF0FB8C}" v="1" dt="2023-04-12T17:01:58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B4705-723E-A437-8641-08D373372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D8B5D-A8A2-5363-7235-61BACE118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A471-C26E-C1E0-D671-3F5C1383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7C50B-37E2-0788-88B2-E359A7B17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5E58-B60B-1E4B-4F36-0BF85C45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84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0E80B-EAF5-7DBD-73A6-DC8F312F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B3578-A609-5AE5-CB10-B1A5E990D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5847-EA1A-04DE-A5EC-49579242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0BB58-1448-B278-C72A-1ED188C6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6799-96AA-E5D9-7C99-7009CEBE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99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7EDF-51F7-A93B-B1CF-F2EC8D67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E52F4-5016-125B-45B7-C254EE8E2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D755E-E275-6844-22FC-B49DD8F2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2E4F2-DF7A-527D-3879-7CD45874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59C4C-0C06-5864-63CD-034CA414E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85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4FAB-57B0-B71F-171F-E54F11D9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5D47B-43C0-C22E-DE33-567305052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F8449-BD8E-2670-505D-7B7FEC408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FDB0-CE70-9DB2-2FF4-32337B232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9C5AA-478F-52F8-3967-6C7EDB5F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68439-6BE9-3C49-5049-4774EAFC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5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D741-5B73-3A1E-1890-8D6671D9C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58E07-159C-DE63-A307-EC316D2B5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7049D-2F91-CC04-A66E-1B32DC277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2BFB5-6E66-CBE2-4BE0-84B29B36C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E8EE0-6134-1AF5-B39C-D28DFE847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600DE6-B764-9AD9-5BCD-22F3F515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879BB1-768D-0C38-2F3D-26DDA46D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F87D9-0D30-6708-835C-BA69C923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3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4860-8950-9890-6676-0D4A80B3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84CAF-4D19-2000-378B-5FB7B5B6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D574D-424A-695D-5DD7-6A8D232D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FCE9B-2812-B04B-F2E2-F1794C9E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1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1278B-15D8-8566-B0A6-9E0BD9A7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F53C75-1CAC-8B3E-6E05-416B346F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5C39E-F5D7-DC18-2D16-FEC93EEF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9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4D63C-64CF-43DC-1FD2-E59519D6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4DBAF-D8D6-ECA3-AFAD-3EE69F6E6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84162-8CC4-B834-34DF-A6E6234B2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5200D-0493-F2F3-B8E6-DE84472C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4E72B-D40F-CCBA-E103-E4F84DB3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4B5C2-58D2-1DC1-A74A-0B2A4ECC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9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1F4D1-26CE-FADC-5432-52ED8D2B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0E4F3B-6633-BE13-877E-77CD5FBB8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D113F-A4CB-8B39-5A2D-C085CF428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D5D1E-32F0-9D20-4763-68E3191F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17736-B3AD-000B-8068-04E9646C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BA38B-563F-72E7-85A3-9A484C5D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3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BD26-73ED-F3B1-A24B-A41FED82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87169-6767-1F05-ACD2-C98EDF108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A4176-F4D8-DF71-BB3F-5B178C6FB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2AD14-2A83-FCE6-C3FD-C04ABABAF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DA0D3-8091-E91A-26F2-B261CC1C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3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E4B43B-BE5C-6085-E47D-3C26AC3F2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21B04-13BC-B5F2-FE1A-98AC5D397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53631-68EB-BF50-12B5-4460ADA3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CA26C-F0D2-E4B6-393C-90CF166E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54014-2B49-B277-B70C-39E41AC9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5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9E7F0-4A66-77F6-ADE1-223DC8462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AAC27-70E0-C596-7832-55FB2FB2E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C12F-932F-8875-BDDC-AF452F8C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DFA4E-4394-418F-AFE0-31EDC15277D1}" type="datetimeFigureOut">
              <a:rPr lang="en-US" smtClean="0"/>
              <a:t>4/12/2023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CBD3E-F17B-5000-13ED-A68BE0C44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CA6A1-1F50-F26D-8244-77A06F225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869DA-7006-49EB-AC2D-602083146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17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16F7698-2A55-8D98-1FA2-A11EDBC5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406"/>
              </p:ext>
            </p:extLst>
          </p:nvPr>
        </p:nvGraphicFramePr>
        <p:xfrm>
          <a:off x="0" y="203200"/>
          <a:ext cx="12191998" cy="5892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79619196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3167657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35560114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7379627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51814258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46474771"/>
                    </a:ext>
                  </a:extLst>
                </a:gridCol>
                <a:gridCol w="1036318">
                  <a:extLst>
                    <a:ext uri="{9D8B030D-6E8A-4147-A177-3AD203B41FA5}">
                      <a16:colId xmlns:a16="http://schemas.microsoft.com/office/drawing/2014/main" val="3030397257"/>
                    </a:ext>
                  </a:extLst>
                </a:gridCol>
              </a:tblGrid>
              <a:tr h="14732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Constraint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Constraint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Constraint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Criteria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Criteria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172115"/>
                  </a:ext>
                </a:extLst>
              </a:tr>
              <a:tr h="147320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733764"/>
                  </a:ext>
                </a:extLst>
              </a:tr>
              <a:tr h="147320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6776"/>
                  </a:ext>
                </a:extLst>
              </a:tr>
              <a:tr h="147320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6809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CBEC7A-B419-C397-E705-043857083115}"/>
              </a:ext>
            </a:extLst>
          </p:cNvPr>
          <p:cNvSpPr txBox="1"/>
          <p:nvPr/>
        </p:nvSpPr>
        <p:spPr>
          <a:xfrm>
            <a:off x="9042400" y="6211669"/>
            <a:ext cx="2999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Key: Constraints ranked 1-5</a:t>
            </a:r>
          </a:p>
          <a:p>
            <a:r>
              <a:rPr lang="en-US" dirty="0"/>
              <a:t>	Criteria N=no, Y=yes</a:t>
            </a:r>
          </a:p>
        </p:txBody>
      </p:sp>
    </p:spTree>
    <p:extLst>
      <p:ext uri="{BB962C8B-B14F-4D97-AF65-F5344CB8AC3E}">
        <p14:creationId xmlns:p14="http://schemas.microsoft.com/office/powerpoint/2010/main" val="154173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16F7698-2A55-8D98-1FA2-A11EDBC56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074750"/>
              </p:ext>
            </p:extLst>
          </p:nvPr>
        </p:nvGraphicFramePr>
        <p:xfrm>
          <a:off x="0" y="203200"/>
          <a:ext cx="12191998" cy="5892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79619196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3167657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35560114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7379627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51814258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46474771"/>
                    </a:ext>
                  </a:extLst>
                </a:gridCol>
                <a:gridCol w="1036318">
                  <a:extLst>
                    <a:ext uri="{9D8B030D-6E8A-4147-A177-3AD203B41FA5}">
                      <a16:colId xmlns:a16="http://schemas.microsoft.com/office/drawing/2014/main" val="3030397257"/>
                    </a:ext>
                  </a:extLst>
                </a:gridCol>
              </a:tblGrid>
              <a:tr h="14732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Solutions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User-friendly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Low-cost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Less than 5lbs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Keeps food at perfect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172115"/>
                  </a:ext>
                </a:extLst>
              </a:tr>
              <a:tr h="147320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Portable mini-crockpot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733764"/>
                  </a:ext>
                </a:extLst>
              </a:tr>
              <a:tr h="14732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Insulated Lunchbox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6776"/>
                  </a:ext>
                </a:extLst>
              </a:tr>
              <a:tr h="14732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Temperature-controlled thermos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6809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CBEC7A-B419-C397-E705-043857083115}"/>
              </a:ext>
            </a:extLst>
          </p:cNvPr>
          <p:cNvSpPr txBox="1"/>
          <p:nvPr/>
        </p:nvSpPr>
        <p:spPr>
          <a:xfrm>
            <a:off x="9042400" y="6211669"/>
            <a:ext cx="2999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Key: Constraints ranked 1-5</a:t>
            </a:r>
          </a:p>
          <a:p>
            <a:r>
              <a:rPr lang="en-US" dirty="0"/>
              <a:t>	Criteria N=no, Y=yes</a:t>
            </a:r>
          </a:p>
        </p:txBody>
      </p:sp>
    </p:spTree>
    <p:extLst>
      <p:ext uri="{BB962C8B-B14F-4D97-AF65-F5344CB8AC3E}">
        <p14:creationId xmlns:p14="http://schemas.microsoft.com/office/powerpoint/2010/main" val="2602815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7DFB23BD9BB14DBAA00A09D22FB835" ma:contentTypeVersion="8" ma:contentTypeDescription="Create a new document." ma:contentTypeScope="" ma:versionID="af90a80d488717b9ef607d954ef2a0cc">
  <xsd:schema xmlns:xsd="http://www.w3.org/2001/XMLSchema" xmlns:xs="http://www.w3.org/2001/XMLSchema" xmlns:p="http://schemas.microsoft.com/office/2006/metadata/properties" xmlns:ns2="eb5155ac-509b-4df1-8c7d-3e0eccb07f7b" targetNamespace="http://schemas.microsoft.com/office/2006/metadata/properties" ma:root="true" ma:fieldsID="739172f4ee1cecc2236a9a713f5b3cc3" ns2:_="">
    <xsd:import namespace="eb5155ac-509b-4df1-8c7d-3e0eccb07f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155ac-509b-4df1-8c7d-3e0eccb07f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E29479-6A25-411D-9428-18ED5D9D5B79}"/>
</file>

<file path=customXml/itemProps2.xml><?xml version="1.0" encoding="utf-8"?>
<ds:datastoreItem xmlns:ds="http://schemas.openxmlformats.org/officeDocument/2006/customXml" ds:itemID="{0907A3BF-D058-4E8B-92C3-EEFF4EF97789}"/>
</file>

<file path=customXml/itemProps3.xml><?xml version="1.0" encoding="utf-8"?>
<ds:datastoreItem xmlns:ds="http://schemas.openxmlformats.org/officeDocument/2006/customXml" ds:itemID="{46E8C4DA-DE98-4A15-BDE4-6BE8E63D8549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Liesl Klein</dc:creator>
  <cp:lastModifiedBy>Liesl Klein</cp:lastModifiedBy>
  <cp:revision>1</cp:revision>
  <dcterms:created xsi:type="dcterms:W3CDTF">2023-04-12T16:52:42Z</dcterms:created>
  <dcterms:modified xsi:type="dcterms:W3CDTF">2023-04-12T17:02:09Z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0x010100797DFB23BD9BB14DBAA00A09D22FB835</vt:lpwstr>
  </property>
</Properties>
</file>