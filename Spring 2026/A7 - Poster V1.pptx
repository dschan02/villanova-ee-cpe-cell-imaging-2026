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8" r:id="rId5"/>
  </p:sldIdLst>
  <p:sldSz cx="21945600" cy="16459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61CCBC-A310-3DB1-C2DE-921EB88035EF}" v="1063" dt="2026-04-01T18:46:53.814"/>
    <p1510:client id="{5D274373-B232-7FE6-C846-E4CE1CF92CD1}" v="299" dt="2026-04-01T17:27:28.573"/>
    <p1510:client id="{992CF083-B2F4-BE4B-ADF0-F008EFBE16F9}" v="686" dt="2026-04-01T18:15:41.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Kim" userId="S::jkim176@villanova.edu::21981541-d00f-4545-a55a-b314d9708808" providerId="AD" clId="Web-{0FEDB872-2FD4-5EAE-73DE-D84B90760D26}"/>
    <pc:docChg chg="modSld">
      <pc:chgData name="Jonathan Kim" userId="S::jkim176@villanova.edu::21981541-d00f-4545-a55a-b314d9708808" providerId="AD" clId="Web-{0FEDB872-2FD4-5EAE-73DE-D84B90760D26}" dt="2026-03-30T16:31:00.083" v="899" actId="1076"/>
      <pc:docMkLst>
        <pc:docMk/>
      </pc:docMkLst>
      <pc:sldChg chg="addSp delSp modSp">
        <pc:chgData name="Jonathan Kim" userId="S::jkim176@villanova.edu::21981541-d00f-4545-a55a-b314d9708808" providerId="AD" clId="Web-{0FEDB872-2FD4-5EAE-73DE-D84B90760D26}" dt="2026-03-30T16:31:00.083" v="899" actId="1076"/>
        <pc:sldMkLst>
          <pc:docMk/>
          <pc:sldMk cId="2520635406" sldId="257"/>
        </pc:sldMkLst>
        <pc:spChg chg="add mod">
          <ac:chgData name="Jonathan Kim" userId="S::jkim176@villanova.edu::21981541-d00f-4545-a55a-b314d9708808" providerId="AD" clId="Web-{0FEDB872-2FD4-5EAE-73DE-D84B90760D26}" dt="2026-03-30T16:31:00.083" v="899" actId="1076"/>
          <ac:spMkLst>
            <pc:docMk/>
            <pc:sldMk cId="2520635406" sldId="257"/>
            <ac:spMk id="2" creationId="{BF98D5FD-223F-C7C4-33F6-5CC272DED121}"/>
          </ac:spMkLst>
        </pc:spChg>
        <pc:spChg chg="mod">
          <ac:chgData name="Jonathan Kim" userId="S::jkim176@villanova.edu::21981541-d00f-4545-a55a-b314d9708808" providerId="AD" clId="Web-{0FEDB872-2FD4-5EAE-73DE-D84B90760D26}" dt="2026-03-30T16:30:53.552" v="898" actId="14100"/>
          <ac:spMkLst>
            <pc:docMk/>
            <pc:sldMk cId="2520635406" sldId="257"/>
            <ac:spMk id="8" creationId="{1D89AE39-7D8B-3DC6-652C-2107F9A710D6}"/>
          </ac:spMkLst>
        </pc:spChg>
        <pc:spChg chg="mod">
          <ac:chgData name="Jonathan Kim" userId="S::jkim176@villanova.edu::21981541-d00f-4545-a55a-b314d9708808" providerId="AD" clId="Web-{0FEDB872-2FD4-5EAE-73DE-D84B90760D26}" dt="2026-03-30T16:18:29.222" v="39" actId="1076"/>
          <ac:spMkLst>
            <pc:docMk/>
            <pc:sldMk cId="2520635406" sldId="257"/>
            <ac:spMk id="17" creationId="{142D682B-1F53-B2F9-0711-0E83821CB1BF}"/>
          </ac:spMkLst>
        </pc:spChg>
        <pc:spChg chg="mod">
          <ac:chgData name="Jonathan Kim" userId="S::jkim176@villanova.edu::21981541-d00f-4545-a55a-b314d9708808" providerId="AD" clId="Web-{0FEDB872-2FD4-5EAE-73DE-D84B90760D26}" dt="2026-03-30T16:18:29.238" v="41" actId="1076"/>
          <ac:spMkLst>
            <pc:docMk/>
            <pc:sldMk cId="2520635406" sldId="257"/>
            <ac:spMk id="20" creationId="{4BEFD031-38BD-A96B-42C9-117E1023864B}"/>
          </ac:spMkLst>
        </pc:spChg>
        <pc:spChg chg="mod">
          <ac:chgData name="Jonathan Kim" userId="S::jkim176@villanova.edu::21981541-d00f-4545-a55a-b314d9708808" providerId="AD" clId="Web-{0FEDB872-2FD4-5EAE-73DE-D84B90760D26}" dt="2026-03-30T16:18:29.254" v="44" actId="1076"/>
          <ac:spMkLst>
            <pc:docMk/>
            <pc:sldMk cId="2520635406" sldId="257"/>
            <ac:spMk id="24" creationId="{F3CE85C9-F8C9-77F1-ED35-F598813886B6}"/>
          </ac:spMkLst>
        </pc:spChg>
        <pc:spChg chg="mod">
          <ac:chgData name="Jonathan Kim" userId="S::jkim176@villanova.edu::21981541-d00f-4545-a55a-b314d9708808" providerId="AD" clId="Web-{0FEDB872-2FD4-5EAE-73DE-D84B90760D26}" dt="2026-03-30T16:18:29.269" v="45" actId="1076"/>
          <ac:spMkLst>
            <pc:docMk/>
            <pc:sldMk cId="2520635406" sldId="257"/>
            <ac:spMk id="26" creationId="{C2917268-588A-C1DE-6C9E-BA8261AEAFBD}"/>
          </ac:spMkLst>
        </pc:spChg>
        <pc:picChg chg="mod">
          <ac:chgData name="Jonathan Kim" userId="S::jkim176@villanova.edu::21981541-d00f-4545-a55a-b314d9708808" providerId="AD" clId="Web-{0FEDB872-2FD4-5EAE-73DE-D84B90760D26}" dt="2026-03-30T16:18:29.176" v="35" actId="1076"/>
          <ac:picMkLst>
            <pc:docMk/>
            <pc:sldMk cId="2520635406" sldId="257"/>
            <ac:picMk id="3" creationId="{C3EFE283-2A55-6121-1C1B-D606FD38E811}"/>
          </ac:picMkLst>
        </pc:picChg>
        <pc:picChg chg="mod">
          <ac:chgData name="Jonathan Kim" userId="S::jkim176@villanova.edu::21981541-d00f-4545-a55a-b314d9708808" providerId="AD" clId="Web-{0FEDB872-2FD4-5EAE-73DE-D84B90760D26}" dt="2026-03-30T16:18:29.191" v="36" actId="1076"/>
          <ac:picMkLst>
            <pc:docMk/>
            <pc:sldMk cId="2520635406" sldId="257"/>
            <ac:picMk id="13" creationId="{62ED3F55-4258-8425-E4F7-0D0284047C7E}"/>
          </ac:picMkLst>
        </pc:picChg>
        <pc:picChg chg="mod">
          <ac:chgData name="Jonathan Kim" userId="S::jkim176@villanova.edu::21981541-d00f-4545-a55a-b314d9708808" providerId="AD" clId="Web-{0FEDB872-2FD4-5EAE-73DE-D84B90760D26}" dt="2026-03-30T16:18:29.191" v="37" actId="1076"/>
          <ac:picMkLst>
            <pc:docMk/>
            <pc:sldMk cId="2520635406" sldId="257"/>
            <ac:picMk id="14" creationId="{2521A5E0-1EA8-9C62-4C6D-83AA97150E09}"/>
          </ac:picMkLst>
        </pc:picChg>
        <pc:picChg chg="mod">
          <ac:chgData name="Jonathan Kim" userId="S::jkim176@villanova.edu::21981541-d00f-4545-a55a-b314d9708808" providerId="AD" clId="Web-{0FEDB872-2FD4-5EAE-73DE-D84B90760D26}" dt="2026-03-30T16:18:29.207" v="38" actId="1076"/>
          <ac:picMkLst>
            <pc:docMk/>
            <pc:sldMk cId="2520635406" sldId="257"/>
            <ac:picMk id="16" creationId="{684B8FDF-5E30-7D24-1171-2C78F614790B}"/>
          </ac:picMkLst>
        </pc:picChg>
        <pc:picChg chg="mod">
          <ac:chgData name="Jonathan Kim" userId="S::jkim176@villanova.edu::21981541-d00f-4545-a55a-b314d9708808" providerId="AD" clId="Web-{0FEDB872-2FD4-5EAE-73DE-D84B90760D26}" dt="2026-03-30T16:18:29.222" v="40" actId="1076"/>
          <ac:picMkLst>
            <pc:docMk/>
            <pc:sldMk cId="2520635406" sldId="257"/>
            <ac:picMk id="18" creationId="{4CB99298-0662-1DAF-4E19-321B4F15EAB1}"/>
          </ac:picMkLst>
        </pc:picChg>
        <pc:picChg chg="mod">
          <ac:chgData name="Jonathan Kim" userId="S::jkim176@villanova.edu::21981541-d00f-4545-a55a-b314d9708808" providerId="AD" clId="Web-{0FEDB872-2FD4-5EAE-73DE-D84B90760D26}" dt="2026-03-30T16:18:29.238" v="42" actId="1076"/>
          <ac:picMkLst>
            <pc:docMk/>
            <pc:sldMk cId="2520635406" sldId="257"/>
            <ac:picMk id="21" creationId="{EC21F93F-4324-8A5C-331D-EAFAD8F4532A}"/>
          </ac:picMkLst>
        </pc:picChg>
        <pc:picChg chg="mod">
          <ac:chgData name="Jonathan Kim" userId="S::jkim176@villanova.edu::21981541-d00f-4545-a55a-b314d9708808" providerId="AD" clId="Web-{0FEDB872-2FD4-5EAE-73DE-D84B90760D26}" dt="2026-03-30T16:18:29.254" v="43" actId="1076"/>
          <ac:picMkLst>
            <pc:docMk/>
            <pc:sldMk cId="2520635406" sldId="257"/>
            <ac:picMk id="23" creationId="{6F201D6A-9184-A786-1107-042F1806755E}"/>
          </ac:picMkLst>
        </pc:picChg>
      </pc:sldChg>
    </pc:docChg>
  </pc:docChgLst>
  <pc:docChgLst>
    <pc:chgData name="Jonathan Kim" userId="S::jkim176@villanova.edu::21981541-d00f-4545-a55a-b314d9708808" providerId="AD" clId="Web-{992CF083-B2F4-BE4B-ADF0-F008EFBE16F9}"/>
    <pc:docChg chg="modSld">
      <pc:chgData name="Jonathan Kim" userId="S::jkim176@villanova.edu::21981541-d00f-4545-a55a-b314d9708808" providerId="AD" clId="Web-{992CF083-B2F4-BE4B-ADF0-F008EFBE16F9}" dt="2026-04-01T18:15:38.983" v="682"/>
      <pc:docMkLst>
        <pc:docMk/>
      </pc:docMkLst>
      <pc:sldChg chg="modSp">
        <pc:chgData name="Jonathan Kim" userId="S::jkim176@villanova.edu::21981541-d00f-4545-a55a-b314d9708808" providerId="AD" clId="Web-{992CF083-B2F4-BE4B-ADF0-F008EFBE16F9}" dt="2026-04-01T18:08:38.255" v="654" actId="1076"/>
        <pc:sldMkLst>
          <pc:docMk/>
          <pc:sldMk cId="2520635406" sldId="257"/>
        </pc:sldMkLst>
        <pc:spChg chg="mod">
          <ac:chgData name="Jonathan Kim" userId="S::jkim176@villanova.edu::21981541-d00f-4545-a55a-b314d9708808" providerId="AD" clId="Web-{992CF083-B2F4-BE4B-ADF0-F008EFBE16F9}" dt="2026-04-01T18:07:17.252" v="650" actId="14100"/>
          <ac:spMkLst>
            <pc:docMk/>
            <pc:sldMk cId="2520635406" sldId="257"/>
            <ac:spMk id="7" creationId="{B3932512-44A9-F55F-33FF-DF04F0124F7A}"/>
          </ac:spMkLst>
        </pc:spChg>
        <pc:picChg chg="mod">
          <ac:chgData name="Jonathan Kim" userId="S::jkim176@villanova.edu::21981541-d00f-4545-a55a-b314d9708808" providerId="AD" clId="Web-{992CF083-B2F4-BE4B-ADF0-F008EFBE16F9}" dt="2026-04-01T18:08:38.255" v="654" actId="1076"/>
          <ac:picMkLst>
            <pc:docMk/>
            <pc:sldMk cId="2520635406" sldId="257"/>
            <ac:picMk id="29" creationId="{92273C47-D63B-E4A9-3FEA-0F2CCAB242D5}"/>
          </ac:picMkLst>
        </pc:picChg>
      </pc:sldChg>
      <pc:sldChg chg="modSp">
        <pc:chgData name="Jonathan Kim" userId="S::jkim176@villanova.edu::21981541-d00f-4545-a55a-b314d9708808" providerId="AD" clId="Web-{992CF083-B2F4-BE4B-ADF0-F008EFBE16F9}" dt="2026-04-01T18:15:38.983" v="682"/>
        <pc:sldMkLst>
          <pc:docMk/>
          <pc:sldMk cId="608855216" sldId="258"/>
        </pc:sldMkLst>
        <pc:spChg chg="mod">
          <ac:chgData name="Jonathan Kim" userId="S::jkim176@villanova.edu::21981541-d00f-4545-a55a-b314d9708808" providerId="AD" clId="Web-{992CF083-B2F4-BE4B-ADF0-F008EFBE16F9}" dt="2026-04-01T18:14:54.264" v="680" actId="20577"/>
          <ac:spMkLst>
            <pc:docMk/>
            <pc:sldMk cId="608855216" sldId="258"/>
            <ac:spMk id="2" creationId="{BB0C0195-E8DA-813A-2D8F-4FB1F276835E}"/>
          </ac:spMkLst>
        </pc:spChg>
        <pc:graphicFrameChg chg="mod modGraphic">
          <ac:chgData name="Jonathan Kim" userId="S::jkim176@villanova.edu::21981541-d00f-4545-a55a-b314d9708808" providerId="AD" clId="Web-{992CF083-B2F4-BE4B-ADF0-F008EFBE16F9}" dt="2026-04-01T18:15:38.983" v="682"/>
          <ac:graphicFrameMkLst>
            <pc:docMk/>
            <pc:sldMk cId="608855216" sldId="258"/>
            <ac:graphicFrameMk id="22" creationId="{30930735-F484-F25E-1E96-500438CDBC50}"/>
          </ac:graphicFrameMkLst>
        </pc:graphicFrameChg>
      </pc:sldChg>
    </pc:docChg>
  </pc:docChgLst>
  <pc:docChgLst>
    <pc:chgData name="John Ahn" userId="S::jahn02@villanova.edu::028beabd-4527-4b6e-86a8-a715a520c9f6" providerId="AD" clId="Web-{4CCD61FF-D2DD-DA97-D608-0A9B9D9FBE58}"/>
    <pc:docChg chg="addSld modSld">
      <pc:chgData name="John Ahn" userId="S::jahn02@villanova.edu::028beabd-4527-4b6e-86a8-a715a520c9f6" providerId="AD" clId="Web-{4CCD61FF-D2DD-DA97-D608-0A9B9D9FBE58}" dt="2026-03-30T16:58:50.058" v="1319" actId="1076"/>
      <pc:docMkLst>
        <pc:docMk/>
      </pc:docMkLst>
      <pc:sldChg chg="addSp delSp modSp add replId">
        <pc:chgData name="John Ahn" userId="S::jahn02@villanova.edu::028beabd-4527-4b6e-86a8-a715a520c9f6" providerId="AD" clId="Web-{4CCD61FF-D2DD-DA97-D608-0A9B9D9FBE58}" dt="2026-03-30T16:58:50.058" v="1319" actId="1076"/>
        <pc:sldMkLst>
          <pc:docMk/>
          <pc:sldMk cId="2520635406" sldId="257"/>
        </pc:sldMkLst>
        <pc:spChg chg="mod">
          <ac:chgData name="John Ahn" userId="S::jahn02@villanova.edu::028beabd-4527-4b6e-86a8-a715a520c9f6" providerId="AD" clId="Web-{4CCD61FF-D2DD-DA97-D608-0A9B9D9FBE58}" dt="2026-03-30T16:47:34.777" v="862" actId="1076"/>
          <ac:spMkLst>
            <pc:docMk/>
            <pc:sldMk cId="2520635406" sldId="257"/>
            <ac:spMk id="2" creationId="{BF98D5FD-223F-C7C4-33F6-5CC272DED121}"/>
          </ac:spMkLst>
        </pc:spChg>
        <pc:spChg chg="mod">
          <ac:chgData name="John Ahn" userId="S::jahn02@villanova.edu::028beabd-4527-4b6e-86a8-a715a520c9f6" providerId="AD" clId="Web-{4CCD61FF-D2DD-DA97-D608-0A9B9D9FBE58}" dt="2026-03-30T16:01:20.545" v="6" actId="1076"/>
          <ac:spMkLst>
            <pc:docMk/>
            <pc:sldMk cId="2520635406" sldId="257"/>
            <ac:spMk id="4" creationId="{2BE7F41B-83FB-8C5E-FCB4-38CFA655B015}"/>
          </ac:spMkLst>
        </pc:spChg>
        <pc:spChg chg="mod">
          <ac:chgData name="John Ahn" userId="S::jahn02@villanova.edu::028beabd-4527-4b6e-86a8-a715a520c9f6" providerId="AD" clId="Web-{4CCD61FF-D2DD-DA97-D608-0A9B9D9FBE58}" dt="2026-03-30T16:47:34.559" v="849" actId="1076"/>
          <ac:spMkLst>
            <pc:docMk/>
            <pc:sldMk cId="2520635406" sldId="257"/>
            <ac:spMk id="5" creationId="{14A79389-5D26-20DA-1A3A-B40B437E587D}"/>
          </ac:spMkLst>
        </pc:spChg>
        <pc:spChg chg="mod">
          <ac:chgData name="John Ahn" userId="S::jahn02@villanova.edu::028beabd-4527-4b6e-86a8-a715a520c9f6" providerId="AD" clId="Web-{4CCD61FF-D2DD-DA97-D608-0A9B9D9FBE58}" dt="2026-03-30T16:58:50.058" v="1319" actId="1076"/>
          <ac:spMkLst>
            <pc:docMk/>
            <pc:sldMk cId="2520635406" sldId="257"/>
            <ac:spMk id="6" creationId="{4741FBA6-1AB6-A09D-A483-0C9C4519D464}"/>
          </ac:spMkLst>
        </pc:spChg>
        <pc:spChg chg="add mod">
          <ac:chgData name="John Ahn" userId="S::jahn02@villanova.edu::028beabd-4527-4b6e-86a8-a715a520c9f6" providerId="AD" clId="Web-{4CCD61FF-D2DD-DA97-D608-0A9B9D9FBE58}" dt="2026-03-30T16:47:34.762" v="861" actId="1076"/>
          <ac:spMkLst>
            <pc:docMk/>
            <pc:sldMk cId="2520635406" sldId="257"/>
            <ac:spMk id="8" creationId="{1D89AE39-7D8B-3DC6-652C-2107F9A710D6}"/>
          </ac:spMkLst>
        </pc:spChg>
        <pc:spChg chg="add mod">
          <ac:chgData name="John Ahn" userId="S::jahn02@villanova.edu::028beabd-4527-4b6e-86a8-a715a520c9f6" providerId="AD" clId="Web-{4CCD61FF-D2DD-DA97-D608-0A9B9D9FBE58}" dt="2026-03-30T16:51:43.980" v="920" actId="1076"/>
          <ac:spMkLst>
            <pc:docMk/>
            <pc:sldMk cId="2520635406" sldId="257"/>
            <ac:spMk id="11" creationId="{75DD8F70-2A11-6B13-B9AE-DCEF98CFF13B}"/>
          </ac:spMkLst>
        </pc:spChg>
        <pc:spChg chg="add mod">
          <ac:chgData name="John Ahn" userId="S::jahn02@villanova.edu::028beabd-4527-4b6e-86a8-a715a520c9f6" providerId="AD" clId="Web-{4CCD61FF-D2DD-DA97-D608-0A9B9D9FBE58}" dt="2026-03-30T16:57:27.339" v="1293" actId="20577"/>
          <ac:spMkLst>
            <pc:docMk/>
            <pc:sldMk cId="2520635406" sldId="257"/>
            <ac:spMk id="12" creationId="{A79EEE89-FBB5-26DE-BB79-4074AC7CEBFC}"/>
          </ac:spMkLst>
        </pc:spChg>
        <pc:spChg chg="mod">
          <ac:chgData name="John Ahn" userId="S::jahn02@villanova.edu::028beabd-4527-4b6e-86a8-a715a520c9f6" providerId="AD" clId="Web-{4CCD61FF-D2DD-DA97-D608-0A9B9D9FBE58}" dt="2026-03-30T16:58:49.855" v="1312" actId="1076"/>
          <ac:spMkLst>
            <pc:docMk/>
            <pc:sldMk cId="2520635406" sldId="257"/>
            <ac:spMk id="17" creationId="{142D682B-1F53-B2F9-0711-0E83821CB1BF}"/>
          </ac:spMkLst>
        </pc:spChg>
        <pc:spChg chg="add mod">
          <ac:chgData name="John Ahn" userId="S::jahn02@villanova.edu::028beabd-4527-4b6e-86a8-a715a520c9f6" providerId="AD" clId="Web-{4CCD61FF-D2DD-DA97-D608-0A9B9D9FBE58}" dt="2026-03-30T16:47:34.793" v="863" actId="1076"/>
          <ac:spMkLst>
            <pc:docMk/>
            <pc:sldMk cId="2520635406" sldId="257"/>
            <ac:spMk id="19" creationId="{E60A4EBD-551B-FBD1-3282-B14AFE0A0F62}"/>
          </ac:spMkLst>
        </pc:spChg>
        <pc:spChg chg="mod">
          <ac:chgData name="John Ahn" userId="S::jahn02@villanova.edu::028beabd-4527-4b6e-86a8-a715a520c9f6" providerId="AD" clId="Web-{4CCD61FF-D2DD-DA97-D608-0A9B9D9FBE58}" dt="2026-03-30T16:58:49.918" v="1314" actId="1076"/>
          <ac:spMkLst>
            <pc:docMk/>
            <pc:sldMk cId="2520635406" sldId="257"/>
            <ac:spMk id="20" creationId="{4BEFD031-38BD-A96B-42C9-117E1023864B}"/>
          </ac:spMkLst>
        </pc:spChg>
        <pc:spChg chg="mod">
          <ac:chgData name="John Ahn" userId="S::jahn02@villanova.edu::028beabd-4527-4b6e-86a8-a715a520c9f6" providerId="AD" clId="Web-{4CCD61FF-D2DD-DA97-D608-0A9B9D9FBE58}" dt="2026-03-30T16:58:49.996" v="1317" actId="1076"/>
          <ac:spMkLst>
            <pc:docMk/>
            <pc:sldMk cId="2520635406" sldId="257"/>
            <ac:spMk id="24" creationId="{F3CE85C9-F8C9-77F1-ED35-F598813886B6}"/>
          </ac:spMkLst>
        </pc:spChg>
        <pc:spChg chg="add mod ord">
          <ac:chgData name="John Ahn" userId="S::jahn02@villanova.edu::028beabd-4527-4b6e-86a8-a715a520c9f6" providerId="AD" clId="Web-{4CCD61FF-D2DD-DA97-D608-0A9B9D9FBE58}" dt="2026-03-30T16:58:49.699" v="1307" actId="1076"/>
          <ac:spMkLst>
            <pc:docMk/>
            <pc:sldMk cId="2520635406" sldId="257"/>
            <ac:spMk id="25" creationId="{0788D315-8D19-3BF1-C515-831DCD63E8EA}"/>
          </ac:spMkLst>
        </pc:spChg>
        <pc:spChg chg="mod">
          <ac:chgData name="John Ahn" userId="S::jahn02@villanova.edu::028beabd-4527-4b6e-86a8-a715a520c9f6" providerId="AD" clId="Web-{4CCD61FF-D2DD-DA97-D608-0A9B9D9FBE58}" dt="2026-03-30T16:58:50.027" v="1318" actId="1076"/>
          <ac:spMkLst>
            <pc:docMk/>
            <pc:sldMk cId="2520635406" sldId="257"/>
            <ac:spMk id="26" creationId="{C2917268-588A-C1DE-6C9E-BA8261AEAFBD}"/>
          </ac:spMkLst>
        </pc:spChg>
        <pc:picChg chg="mod">
          <ac:chgData name="John Ahn" userId="S::jahn02@villanova.edu::028beabd-4527-4b6e-86a8-a715a520c9f6" providerId="AD" clId="Web-{4CCD61FF-D2DD-DA97-D608-0A9B9D9FBE58}" dt="2026-03-30T16:58:49.730" v="1308" actId="1076"/>
          <ac:picMkLst>
            <pc:docMk/>
            <pc:sldMk cId="2520635406" sldId="257"/>
            <ac:picMk id="3" creationId="{C3EFE283-2A55-6121-1C1B-D606FD38E811}"/>
          </ac:picMkLst>
        </pc:picChg>
        <pc:picChg chg="mod">
          <ac:chgData name="John Ahn" userId="S::jahn02@villanova.edu::028beabd-4527-4b6e-86a8-a715a520c9f6" providerId="AD" clId="Web-{4CCD61FF-D2DD-DA97-D608-0A9B9D9FBE58}" dt="2026-03-30T16:01:17.077" v="5" actId="1076"/>
          <ac:picMkLst>
            <pc:docMk/>
            <pc:sldMk cId="2520635406" sldId="257"/>
            <ac:picMk id="9" creationId="{ADDD2A7D-83B9-9397-B685-0B5B48B00164}"/>
          </ac:picMkLst>
        </pc:picChg>
        <pc:picChg chg="mod">
          <ac:chgData name="John Ahn" userId="S::jahn02@villanova.edu::028beabd-4527-4b6e-86a8-a715a520c9f6" providerId="AD" clId="Web-{4CCD61FF-D2DD-DA97-D608-0A9B9D9FBE58}" dt="2026-03-30T16:58:49.761" v="1309" actId="1076"/>
          <ac:picMkLst>
            <pc:docMk/>
            <pc:sldMk cId="2520635406" sldId="257"/>
            <ac:picMk id="13" creationId="{62ED3F55-4258-8425-E4F7-0D0284047C7E}"/>
          </ac:picMkLst>
        </pc:picChg>
        <pc:picChg chg="mod">
          <ac:chgData name="John Ahn" userId="S::jahn02@villanova.edu::028beabd-4527-4b6e-86a8-a715a520c9f6" providerId="AD" clId="Web-{4CCD61FF-D2DD-DA97-D608-0A9B9D9FBE58}" dt="2026-03-30T16:58:49.808" v="1310" actId="1076"/>
          <ac:picMkLst>
            <pc:docMk/>
            <pc:sldMk cId="2520635406" sldId="257"/>
            <ac:picMk id="14" creationId="{2521A5E0-1EA8-9C62-4C6D-83AA97150E09}"/>
          </ac:picMkLst>
        </pc:picChg>
        <pc:picChg chg="mod">
          <ac:chgData name="John Ahn" userId="S::jahn02@villanova.edu::028beabd-4527-4b6e-86a8-a715a520c9f6" providerId="AD" clId="Web-{4CCD61FF-D2DD-DA97-D608-0A9B9D9FBE58}" dt="2026-03-30T16:58:49.839" v="1311" actId="1076"/>
          <ac:picMkLst>
            <pc:docMk/>
            <pc:sldMk cId="2520635406" sldId="257"/>
            <ac:picMk id="16" creationId="{684B8FDF-5E30-7D24-1171-2C78F614790B}"/>
          </ac:picMkLst>
        </pc:picChg>
        <pc:picChg chg="mod">
          <ac:chgData name="John Ahn" userId="S::jahn02@villanova.edu::028beabd-4527-4b6e-86a8-a715a520c9f6" providerId="AD" clId="Web-{4CCD61FF-D2DD-DA97-D608-0A9B9D9FBE58}" dt="2026-03-30T16:58:49.886" v="1313" actId="1076"/>
          <ac:picMkLst>
            <pc:docMk/>
            <pc:sldMk cId="2520635406" sldId="257"/>
            <ac:picMk id="18" creationId="{4CB99298-0662-1DAF-4E19-321B4F15EAB1}"/>
          </ac:picMkLst>
        </pc:picChg>
        <pc:picChg chg="mod">
          <ac:chgData name="John Ahn" userId="S::jahn02@villanova.edu::028beabd-4527-4b6e-86a8-a715a520c9f6" providerId="AD" clId="Web-{4CCD61FF-D2DD-DA97-D608-0A9B9D9FBE58}" dt="2026-03-30T16:58:49.949" v="1315" actId="1076"/>
          <ac:picMkLst>
            <pc:docMk/>
            <pc:sldMk cId="2520635406" sldId="257"/>
            <ac:picMk id="21" creationId="{EC21F93F-4324-8A5C-331D-EAFAD8F4532A}"/>
          </ac:picMkLst>
        </pc:picChg>
        <pc:picChg chg="mod">
          <ac:chgData name="John Ahn" userId="S::jahn02@villanova.edu::028beabd-4527-4b6e-86a8-a715a520c9f6" providerId="AD" clId="Web-{4CCD61FF-D2DD-DA97-D608-0A9B9D9FBE58}" dt="2026-03-30T16:58:49.964" v="1316" actId="1076"/>
          <ac:picMkLst>
            <pc:docMk/>
            <pc:sldMk cId="2520635406" sldId="257"/>
            <ac:picMk id="23" creationId="{6F201D6A-9184-A786-1107-042F1806755E}"/>
          </ac:picMkLst>
        </pc:picChg>
      </pc:sldChg>
    </pc:docChg>
  </pc:docChgLst>
  <pc:docChgLst>
    <pc:chgData name="John Ahn" userId="S::jahn02@villanova.edu::028beabd-4527-4b6e-86a8-a715a520c9f6" providerId="AD" clId="Web-{5D274373-B232-7FE6-C846-E4CE1CF92CD1}"/>
    <pc:docChg chg="modSld">
      <pc:chgData name="John Ahn" userId="S::jahn02@villanova.edu::028beabd-4527-4b6e-86a8-a715a520c9f6" providerId="AD" clId="Web-{5D274373-B232-7FE6-C846-E4CE1CF92CD1}" dt="2026-04-01T17:27:28.573" v="297" actId="20577"/>
      <pc:docMkLst>
        <pc:docMk/>
      </pc:docMkLst>
      <pc:sldChg chg="addSp delSp modSp">
        <pc:chgData name="John Ahn" userId="S::jahn02@villanova.edu::028beabd-4527-4b6e-86a8-a715a520c9f6" providerId="AD" clId="Web-{5D274373-B232-7FE6-C846-E4CE1CF92CD1}" dt="2026-04-01T17:27:28.573" v="297" actId="20577"/>
        <pc:sldMkLst>
          <pc:docMk/>
          <pc:sldMk cId="2520635406" sldId="257"/>
        </pc:sldMkLst>
        <pc:spChg chg="mod">
          <ac:chgData name="John Ahn" userId="S::jahn02@villanova.edu::028beabd-4527-4b6e-86a8-a715a520c9f6" providerId="AD" clId="Web-{5D274373-B232-7FE6-C846-E4CE1CF92CD1}" dt="2026-04-01T04:56:55.161" v="13"/>
          <ac:spMkLst>
            <pc:docMk/>
            <pc:sldMk cId="2520635406" sldId="257"/>
            <ac:spMk id="2" creationId="{BF98D5FD-223F-C7C4-33F6-5CC272DED121}"/>
          </ac:spMkLst>
        </pc:spChg>
        <pc:spChg chg="mod">
          <ac:chgData name="John Ahn" userId="S::jahn02@villanova.edu::028beabd-4527-4b6e-86a8-a715a520c9f6" providerId="AD" clId="Web-{5D274373-B232-7FE6-C846-E4CE1CF92CD1}" dt="2026-04-01T17:08:08.221" v="286" actId="1076"/>
          <ac:spMkLst>
            <pc:docMk/>
            <pc:sldMk cId="2520635406" sldId="257"/>
            <ac:spMk id="6" creationId="{4741FBA6-1AB6-A09D-A483-0C9C4519D464}"/>
          </ac:spMkLst>
        </pc:spChg>
        <pc:spChg chg="mod">
          <ac:chgData name="John Ahn" userId="S::jahn02@villanova.edu::028beabd-4527-4b6e-86a8-a715a520c9f6" providerId="AD" clId="Web-{5D274373-B232-7FE6-C846-E4CE1CF92CD1}" dt="2026-04-01T17:27:28.573" v="297" actId="20577"/>
          <ac:spMkLst>
            <pc:docMk/>
            <pc:sldMk cId="2520635406" sldId="257"/>
            <ac:spMk id="7" creationId="{B3932512-44A9-F55F-33FF-DF04F0124F7A}"/>
          </ac:spMkLst>
        </pc:spChg>
        <pc:spChg chg="mod">
          <ac:chgData name="John Ahn" userId="S::jahn02@villanova.edu::028beabd-4527-4b6e-86a8-a715a520c9f6" providerId="AD" clId="Web-{5D274373-B232-7FE6-C846-E4CE1CF92CD1}" dt="2026-04-01T04:46:47.990" v="7"/>
          <ac:spMkLst>
            <pc:docMk/>
            <pc:sldMk cId="2520635406" sldId="257"/>
            <ac:spMk id="11" creationId="{75DD8F70-2A11-6B13-B9AE-DCEF98CFF13B}"/>
          </ac:spMkLst>
        </pc:spChg>
        <pc:spChg chg="mod">
          <ac:chgData name="John Ahn" userId="S::jahn02@villanova.edu::028beabd-4527-4b6e-86a8-a715a520c9f6" providerId="AD" clId="Web-{5D274373-B232-7FE6-C846-E4CE1CF92CD1}" dt="2026-04-01T04:57:50.193" v="17" actId="1076"/>
          <ac:spMkLst>
            <pc:docMk/>
            <pc:sldMk cId="2520635406" sldId="257"/>
            <ac:spMk id="12" creationId="{A79EEE89-FBB5-26DE-BB79-4074AC7CEBFC}"/>
          </ac:spMkLst>
        </pc:spChg>
        <pc:spChg chg="mod">
          <ac:chgData name="John Ahn" userId="S::jahn02@villanova.edu::028beabd-4527-4b6e-86a8-a715a520c9f6" providerId="AD" clId="Web-{5D274373-B232-7FE6-C846-E4CE1CF92CD1}" dt="2026-04-01T17:08:08.050" v="279" actId="1076"/>
          <ac:spMkLst>
            <pc:docMk/>
            <pc:sldMk cId="2520635406" sldId="257"/>
            <ac:spMk id="17" creationId="{142D682B-1F53-B2F9-0711-0E83821CB1BF}"/>
          </ac:spMkLst>
        </pc:spChg>
        <pc:spChg chg="mod">
          <ac:chgData name="John Ahn" userId="S::jahn02@villanova.edu::028beabd-4527-4b6e-86a8-a715a520c9f6" providerId="AD" clId="Web-{5D274373-B232-7FE6-C846-E4CE1CF92CD1}" dt="2026-04-01T17:08:08.096" v="281" actId="1076"/>
          <ac:spMkLst>
            <pc:docMk/>
            <pc:sldMk cId="2520635406" sldId="257"/>
            <ac:spMk id="20" creationId="{4BEFD031-38BD-A96B-42C9-117E1023864B}"/>
          </ac:spMkLst>
        </pc:spChg>
        <pc:spChg chg="mod">
          <ac:chgData name="John Ahn" userId="S::jahn02@villanova.edu::028beabd-4527-4b6e-86a8-a715a520c9f6" providerId="AD" clId="Web-{5D274373-B232-7FE6-C846-E4CE1CF92CD1}" dt="2026-04-01T17:08:08.175" v="284" actId="1076"/>
          <ac:spMkLst>
            <pc:docMk/>
            <pc:sldMk cId="2520635406" sldId="257"/>
            <ac:spMk id="24" creationId="{F3CE85C9-F8C9-77F1-ED35-F598813886B6}"/>
          </ac:spMkLst>
        </pc:spChg>
        <pc:spChg chg="mod">
          <ac:chgData name="John Ahn" userId="S::jahn02@villanova.edu::028beabd-4527-4b6e-86a8-a715a520c9f6" providerId="AD" clId="Web-{5D274373-B232-7FE6-C846-E4CE1CF92CD1}" dt="2026-04-01T17:08:07.925" v="274" actId="1076"/>
          <ac:spMkLst>
            <pc:docMk/>
            <pc:sldMk cId="2520635406" sldId="257"/>
            <ac:spMk id="25" creationId="{0788D315-8D19-3BF1-C515-831DCD63E8EA}"/>
          </ac:spMkLst>
        </pc:spChg>
        <pc:spChg chg="mod">
          <ac:chgData name="John Ahn" userId="S::jahn02@villanova.edu::028beabd-4527-4b6e-86a8-a715a520c9f6" providerId="AD" clId="Web-{5D274373-B232-7FE6-C846-E4CE1CF92CD1}" dt="2026-04-01T17:08:08.190" v="285" actId="1076"/>
          <ac:spMkLst>
            <pc:docMk/>
            <pc:sldMk cId="2520635406" sldId="257"/>
            <ac:spMk id="26" creationId="{C2917268-588A-C1DE-6C9E-BA8261AEAFBD}"/>
          </ac:spMkLst>
        </pc:spChg>
        <pc:picChg chg="mod">
          <ac:chgData name="John Ahn" userId="S::jahn02@villanova.edu::028beabd-4527-4b6e-86a8-a715a520c9f6" providerId="AD" clId="Web-{5D274373-B232-7FE6-C846-E4CE1CF92CD1}" dt="2026-04-01T17:08:07.940" v="275" actId="1076"/>
          <ac:picMkLst>
            <pc:docMk/>
            <pc:sldMk cId="2520635406" sldId="257"/>
            <ac:picMk id="3" creationId="{C3EFE283-2A55-6121-1C1B-D606FD38E811}"/>
          </ac:picMkLst>
        </pc:picChg>
        <pc:picChg chg="add mod">
          <ac:chgData name="John Ahn" userId="S::jahn02@villanova.edu::028beabd-4527-4b6e-86a8-a715a520c9f6" providerId="AD" clId="Web-{5D274373-B232-7FE6-C846-E4CE1CF92CD1}" dt="2026-04-01T04:35:39.343" v="5" actId="1076"/>
          <ac:picMkLst>
            <pc:docMk/>
            <pc:sldMk cId="2520635406" sldId="257"/>
            <ac:picMk id="10" creationId="{2F4727A4-C607-F180-6440-1E640F962AC5}"/>
          </ac:picMkLst>
        </pc:picChg>
        <pc:picChg chg="mod">
          <ac:chgData name="John Ahn" userId="S::jahn02@villanova.edu::028beabd-4527-4b6e-86a8-a715a520c9f6" providerId="AD" clId="Web-{5D274373-B232-7FE6-C846-E4CE1CF92CD1}" dt="2026-04-01T17:08:07.971" v="276" actId="1076"/>
          <ac:picMkLst>
            <pc:docMk/>
            <pc:sldMk cId="2520635406" sldId="257"/>
            <ac:picMk id="13" creationId="{62ED3F55-4258-8425-E4F7-0D0284047C7E}"/>
          </ac:picMkLst>
        </pc:picChg>
        <pc:picChg chg="mod">
          <ac:chgData name="John Ahn" userId="S::jahn02@villanova.edu::028beabd-4527-4b6e-86a8-a715a520c9f6" providerId="AD" clId="Web-{5D274373-B232-7FE6-C846-E4CE1CF92CD1}" dt="2026-04-01T17:08:07.987" v="277" actId="1076"/>
          <ac:picMkLst>
            <pc:docMk/>
            <pc:sldMk cId="2520635406" sldId="257"/>
            <ac:picMk id="14" creationId="{2521A5E0-1EA8-9C62-4C6D-83AA97150E09}"/>
          </ac:picMkLst>
        </pc:picChg>
        <pc:picChg chg="add del mod">
          <ac:chgData name="John Ahn" userId="S::jahn02@villanova.edu::028beabd-4527-4b6e-86a8-a715a520c9f6" providerId="AD" clId="Web-{5D274373-B232-7FE6-C846-E4CE1CF92CD1}" dt="2026-04-01T17:03:46.328" v="261"/>
          <ac:picMkLst>
            <pc:docMk/>
            <pc:sldMk cId="2520635406" sldId="257"/>
            <ac:picMk id="15" creationId="{03237E9F-C286-A68A-710D-6950EDB8BB02}"/>
          </ac:picMkLst>
        </pc:picChg>
        <pc:picChg chg="mod">
          <ac:chgData name="John Ahn" userId="S::jahn02@villanova.edu::028beabd-4527-4b6e-86a8-a715a520c9f6" providerId="AD" clId="Web-{5D274373-B232-7FE6-C846-E4CE1CF92CD1}" dt="2026-04-01T17:08:08.018" v="278" actId="1076"/>
          <ac:picMkLst>
            <pc:docMk/>
            <pc:sldMk cId="2520635406" sldId="257"/>
            <ac:picMk id="16" creationId="{684B8FDF-5E30-7D24-1171-2C78F614790B}"/>
          </ac:picMkLst>
        </pc:picChg>
        <pc:picChg chg="mod">
          <ac:chgData name="John Ahn" userId="S::jahn02@villanova.edu::028beabd-4527-4b6e-86a8-a715a520c9f6" providerId="AD" clId="Web-{5D274373-B232-7FE6-C846-E4CE1CF92CD1}" dt="2026-04-01T17:08:08.065" v="280" actId="1076"/>
          <ac:picMkLst>
            <pc:docMk/>
            <pc:sldMk cId="2520635406" sldId="257"/>
            <ac:picMk id="18" creationId="{4CB99298-0662-1DAF-4E19-321B4F15EAB1}"/>
          </ac:picMkLst>
        </pc:picChg>
        <pc:picChg chg="mod">
          <ac:chgData name="John Ahn" userId="S::jahn02@villanova.edu::028beabd-4527-4b6e-86a8-a715a520c9f6" providerId="AD" clId="Web-{5D274373-B232-7FE6-C846-E4CE1CF92CD1}" dt="2026-04-01T17:08:08.112" v="282" actId="1076"/>
          <ac:picMkLst>
            <pc:docMk/>
            <pc:sldMk cId="2520635406" sldId="257"/>
            <ac:picMk id="21" creationId="{EC21F93F-4324-8A5C-331D-EAFAD8F4532A}"/>
          </ac:picMkLst>
        </pc:picChg>
        <pc:picChg chg="add del mod">
          <ac:chgData name="John Ahn" userId="S::jahn02@villanova.edu::028beabd-4527-4b6e-86a8-a715a520c9f6" providerId="AD" clId="Web-{5D274373-B232-7FE6-C846-E4CE1CF92CD1}" dt="2026-04-01T17:03:46.328" v="260"/>
          <ac:picMkLst>
            <pc:docMk/>
            <pc:sldMk cId="2520635406" sldId="257"/>
            <ac:picMk id="22" creationId="{D34903F5-EE31-F443-0310-B127348D59F6}"/>
          </ac:picMkLst>
        </pc:picChg>
        <pc:picChg chg="mod">
          <ac:chgData name="John Ahn" userId="S::jahn02@villanova.edu::028beabd-4527-4b6e-86a8-a715a520c9f6" providerId="AD" clId="Web-{5D274373-B232-7FE6-C846-E4CE1CF92CD1}" dt="2026-04-01T17:08:08.143" v="283" actId="1076"/>
          <ac:picMkLst>
            <pc:docMk/>
            <pc:sldMk cId="2520635406" sldId="257"/>
            <ac:picMk id="23" creationId="{6F201D6A-9184-A786-1107-042F1806755E}"/>
          </ac:picMkLst>
        </pc:picChg>
        <pc:picChg chg="add del mod">
          <ac:chgData name="John Ahn" userId="S::jahn02@villanova.edu::028beabd-4527-4b6e-86a8-a715a520c9f6" providerId="AD" clId="Web-{5D274373-B232-7FE6-C846-E4CE1CF92CD1}" dt="2026-04-01T17:03:55.843" v="267"/>
          <ac:picMkLst>
            <pc:docMk/>
            <pc:sldMk cId="2520635406" sldId="257"/>
            <ac:picMk id="27" creationId="{4FB5FB6B-025E-4ABD-D922-B55670FC2947}"/>
          </ac:picMkLst>
        </pc:picChg>
        <pc:picChg chg="add del mod">
          <ac:chgData name="John Ahn" userId="S::jahn02@villanova.edu::028beabd-4527-4b6e-86a8-a715a520c9f6" providerId="AD" clId="Web-{5D274373-B232-7FE6-C846-E4CE1CF92CD1}" dt="2026-04-01T17:03:55.843" v="266"/>
          <ac:picMkLst>
            <pc:docMk/>
            <pc:sldMk cId="2520635406" sldId="257"/>
            <ac:picMk id="28" creationId="{A3C57FAA-1461-308F-F1BE-37F14DABF45D}"/>
          </ac:picMkLst>
        </pc:picChg>
        <pc:picChg chg="add mod">
          <ac:chgData name="John Ahn" userId="S::jahn02@villanova.edu::028beabd-4527-4b6e-86a8-a715a520c9f6" providerId="AD" clId="Web-{5D274373-B232-7FE6-C846-E4CE1CF92CD1}" dt="2026-04-01T17:27:16.947" v="295" actId="1076"/>
          <ac:picMkLst>
            <pc:docMk/>
            <pc:sldMk cId="2520635406" sldId="257"/>
            <ac:picMk id="29" creationId="{92273C47-D63B-E4A9-3FEA-0F2CCAB242D5}"/>
          </ac:picMkLst>
        </pc:picChg>
      </pc:sldChg>
    </pc:docChg>
  </pc:docChgLst>
  <pc:docChgLst>
    <pc:chgData name="John Ahn" userId="S::jahn02@villanova.edu::028beabd-4527-4b6e-86a8-a715a520c9f6" providerId="AD" clId="Web-{0461CCBC-A310-3DB1-C2DE-921EB88035EF}"/>
    <pc:docChg chg="addSld delSld modSld sldOrd">
      <pc:chgData name="John Ahn" userId="S::jahn02@villanova.edu::028beabd-4527-4b6e-86a8-a715a520c9f6" providerId="AD" clId="Web-{0461CCBC-A310-3DB1-C2DE-921EB88035EF}" dt="2026-04-01T18:46:53.814" v="1058" actId="1076"/>
      <pc:docMkLst>
        <pc:docMk/>
      </pc:docMkLst>
      <pc:sldChg chg="del">
        <pc:chgData name="John Ahn" userId="S::jahn02@villanova.edu::028beabd-4527-4b6e-86a8-a715a520c9f6" providerId="AD" clId="Web-{0461CCBC-A310-3DB1-C2DE-921EB88035EF}" dt="2026-04-01T17:44:36.759" v="0"/>
        <pc:sldMkLst>
          <pc:docMk/>
          <pc:sldMk cId="2902017191" sldId="256"/>
        </pc:sldMkLst>
      </pc:sldChg>
      <pc:sldChg chg="modSp add del">
        <pc:chgData name="John Ahn" userId="S::jahn02@villanova.edu::028beabd-4527-4b6e-86a8-a715a520c9f6" providerId="AD" clId="Web-{0461CCBC-A310-3DB1-C2DE-921EB88035EF}" dt="2026-04-01T18:43:15.986" v="1048"/>
        <pc:sldMkLst>
          <pc:docMk/>
          <pc:sldMk cId="2520635406" sldId="257"/>
        </pc:sldMkLst>
        <pc:spChg chg="mod">
          <ac:chgData name="John Ahn" userId="S::jahn02@villanova.edu::028beabd-4527-4b6e-86a8-a715a520c9f6" providerId="AD" clId="Web-{0461CCBC-A310-3DB1-C2DE-921EB88035EF}" dt="2026-04-01T17:50:02.899" v="62" actId="20577"/>
          <ac:spMkLst>
            <pc:docMk/>
            <pc:sldMk cId="2520635406" sldId="257"/>
            <ac:spMk id="7" creationId="{B3932512-44A9-F55F-33FF-DF04F0124F7A}"/>
          </ac:spMkLst>
        </pc:spChg>
      </pc:sldChg>
      <pc:sldChg chg="addSp delSp modSp add ord replId">
        <pc:chgData name="John Ahn" userId="S::jahn02@villanova.edu::028beabd-4527-4b6e-86a8-a715a520c9f6" providerId="AD" clId="Web-{0461CCBC-A310-3DB1-C2DE-921EB88035EF}" dt="2026-04-01T18:46:53.814" v="1058" actId="1076"/>
        <pc:sldMkLst>
          <pc:docMk/>
          <pc:sldMk cId="608855216" sldId="258"/>
        </pc:sldMkLst>
        <pc:spChg chg="mod">
          <ac:chgData name="John Ahn" userId="S::jahn02@villanova.edu::028beabd-4527-4b6e-86a8-a715a520c9f6" providerId="AD" clId="Web-{0461CCBC-A310-3DB1-C2DE-921EB88035EF}" dt="2026-04-01T18:01:37.319" v="348" actId="1076"/>
          <ac:spMkLst>
            <pc:docMk/>
            <pc:sldMk cId="608855216" sldId="258"/>
            <ac:spMk id="2" creationId="{BB0C0195-E8DA-813A-2D8F-4FB1F276835E}"/>
          </ac:spMkLst>
        </pc:spChg>
        <pc:spChg chg="mod">
          <ac:chgData name="John Ahn" userId="S::jahn02@villanova.edu::028beabd-4527-4b6e-86a8-a715a520c9f6" providerId="AD" clId="Web-{0461CCBC-A310-3DB1-C2DE-921EB88035EF}" dt="2026-04-01T17:59:58.663" v="327" actId="1076"/>
          <ac:spMkLst>
            <pc:docMk/>
            <pc:sldMk cId="608855216" sldId="258"/>
            <ac:spMk id="4" creationId="{6ACA0771-CC11-8064-B1BC-3706261A9ECE}"/>
          </ac:spMkLst>
        </pc:spChg>
        <pc:spChg chg="mod">
          <ac:chgData name="John Ahn" userId="S::jahn02@villanova.edu::028beabd-4527-4b6e-86a8-a715a520c9f6" providerId="AD" clId="Web-{0461CCBC-A310-3DB1-C2DE-921EB88035EF}" dt="2026-04-01T18:00:09.772" v="330" actId="14100"/>
          <ac:spMkLst>
            <pc:docMk/>
            <pc:sldMk cId="608855216" sldId="258"/>
            <ac:spMk id="5" creationId="{11FEF3B1-C5F1-6204-5208-EEA36FCEC38E}"/>
          </ac:spMkLst>
        </pc:spChg>
        <pc:spChg chg="mod">
          <ac:chgData name="John Ahn" userId="S::jahn02@villanova.edu::028beabd-4527-4b6e-86a8-a715a520c9f6" providerId="AD" clId="Web-{0461CCBC-A310-3DB1-C2DE-921EB88035EF}" dt="2026-04-01T17:58:11.351" v="229" actId="14100"/>
          <ac:spMkLst>
            <pc:docMk/>
            <pc:sldMk cId="608855216" sldId="258"/>
            <ac:spMk id="6" creationId="{DC3DB380-28F4-DD21-4A5C-8AF77B273A0A}"/>
          </ac:spMkLst>
        </pc:spChg>
        <pc:spChg chg="del">
          <ac:chgData name="John Ahn" userId="S::jahn02@villanova.edu::028beabd-4527-4b6e-86a8-a715a520c9f6" providerId="AD" clId="Web-{0461CCBC-A310-3DB1-C2DE-921EB88035EF}" dt="2026-04-01T17:53:38.430" v="64"/>
          <ac:spMkLst>
            <pc:docMk/>
            <pc:sldMk cId="608855216" sldId="258"/>
            <ac:spMk id="7" creationId="{308FDBF5-7894-471E-688A-8020604AB45C}"/>
          </ac:spMkLst>
        </pc:spChg>
        <pc:spChg chg="mod">
          <ac:chgData name="John Ahn" userId="S::jahn02@villanova.edu::028beabd-4527-4b6e-86a8-a715a520c9f6" providerId="AD" clId="Web-{0461CCBC-A310-3DB1-C2DE-921EB88035EF}" dt="2026-04-01T18:01:26.959" v="345" actId="1076"/>
          <ac:spMkLst>
            <pc:docMk/>
            <pc:sldMk cId="608855216" sldId="258"/>
            <ac:spMk id="8" creationId="{F5680C9E-B46A-E8DA-A3B7-A86A39493443}"/>
          </ac:spMkLst>
        </pc:spChg>
        <pc:spChg chg="mod">
          <ac:chgData name="John Ahn" userId="S::jahn02@villanova.edu::028beabd-4527-4b6e-86a8-a715a520c9f6" providerId="AD" clId="Web-{0461CCBC-A310-3DB1-C2DE-921EB88035EF}" dt="2026-04-01T18:32:48.301" v="1047" actId="1076"/>
          <ac:spMkLst>
            <pc:docMk/>
            <pc:sldMk cId="608855216" sldId="258"/>
            <ac:spMk id="11" creationId="{2E6D78B8-11BE-D80B-A1EE-51F798D1B5C1}"/>
          </ac:spMkLst>
        </pc:spChg>
        <pc:spChg chg="mod">
          <ac:chgData name="John Ahn" userId="S::jahn02@villanova.edu::028beabd-4527-4b6e-86a8-a715a520c9f6" providerId="AD" clId="Web-{0461CCBC-A310-3DB1-C2DE-921EB88035EF}" dt="2026-04-01T18:46:53.814" v="1058" actId="1076"/>
          <ac:spMkLst>
            <pc:docMk/>
            <pc:sldMk cId="608855216" sldId="258"/>
            <ac:spMk id="12" creationId="{5BD6DC36-1868-DA6C-64B0-07C990D3C82B}"/>
          </ac:spMkLst>
        </pc:spChg>
        <pc:spChg chg="mod">
          <ac:chgData name="John Ahn" userId="S::jahn02@villanova.edu::028beabd-4527-4b6e-86a8-a715a520c9f6" providerId="AD" clId="Web-{0461CCBC-A310-3DB1-C2DE-921EB88035EF}" dt="2026-04-01T17:58:11.179" v="222" actId="14100"/>
          <ac:spMkLst>
            <pc:docMk/>
            <pc:sldMk cId="608855216" sldId="258"/>
            <ac:spMk id="17" creationId="{12E5D7B6-9068-B583-5DA6-1576FE743409}"/>
          </ac:spMkLst>
        </pc:spChg>
        <pc:spChg chg="mod">
          <ac:chgData name="John Ahn" userId="S::jahn02@villanova.edu::028beabd-4527-4b6e-86a8-a715a520c9f6" providerId="AD" clId="Web-{0461CCBC-A310-3DB1-C2DE-921EB88035EF}" dt="2026-04-01T18:01:33.444" v="347" actId="14100"/>
          <ac:spMkLst>
            <pc:docMk/>
            <pc:sldMk cId="608855216" sldId="258"/>
            <ac:spMk id="19" creationId="{84D8F55C-D196-CEB1-446E-D2703FD1FA6B}"/>
          </ac:spMkLst>
        </pc:spChg>
        <pc:spChg chg="mod">
          <ac:chgData name="John Ahn" userId="S::jahn02@villanova.edu::028beabd-4527-4b6e-86a8-a715a520c9f6" providerId="AD" clId="Web-{0461CCBC-A310-3DB1-C2DE-921EB88035EF}" dt="2026-04-01T17:58:11.226" v="224" actId="14100"/>
          <ac:spMkLst>
            <pc:docMk/>
            <pc:sldMk cId="608855216" sldId="258"/>
            <ac:spMk id="20" creationId="{A234A0F8-4F51-DA48-7D9A-4855AE40EE92}"/>
          </ac:spMkLst>
        </pc:spChg>
        <pc:spChg chg="mod">
          <ac:chgData name="John Ahn" userId="S::jahn02@villanova.edu::028beabd-4527-4b6e-86a8-a715a520c9f6" providerId="AD" clId="Web-{0461CCBC-A310-3DB1-C2DE-921EB88035EF}" dt="2026-04-01T18:08:53.911" v="394" actId="1076"/>
          <ac:spMkLst>
            <pc:docMk/>
            <pc:sldMk cId="608855216" sldId="258"/>
            <ac:spMk id="24" creationId="{3D665E0B-A861-8519-1210-4FB685FB1B98}"/>
          </ac:spMkLst>
        </pc:spChg>
        <pc:spChg chg="mod">
          <ac:chgData name="John Ahn" userId="S::jahn02@villanova.edu::028beabd-4527-4b6e-86a8-a715a520c9f6" providerId="AD" clId="Web-{0461CCBC-A310-3DB1-C2DE-921EB88035EF}" dt="2026-04-01T18:08:02.224" v="391" actId="14100"/>
          <ac:spMkLst>
            <pc:docMk/>
            <pc:sldMk cId="608855216" sldId="258"/>
            <ac:spMk id="25" creationId="{527CEFD9-3EA8-52CC-139B-0D3A5588FE01}"/>
          </ac:spMkLst>
        </pc:spChg>
        <pc:spChg chg="mod">
          <ac:chgData name="John Ahn" userId="S::jahn02@villanova.edu::028beabd-4527-4b6e-86a8-a715a520c9f6" providerId="AD" clId="Web-{0461CCBC-A310-3DB1-C2DE-921EB88035EF}" dt="2026-04-01T17:58:11.319" v="228" actId="14100"/>
          <ac:spMkLst>
            <pc:docMk/>
            <pc:sldMk cId="608855216" sldId="258"/>
            <ac:spMk id="26" creationId="{94150F47-8AF9-A1E8-7054-7B61DD4DE388}"/>
          </ac:spMkLst>
        </pc:spChg>
        <pc:spChg chg="add mod">
          <ac:chgData name="John Ahn" userId="S::jahn02@villanova.edu::028beabd-4527-4b6e-86a8-a715a520c9f6" providerId="AD" clId="Web-{0461CCBC-A310-3DB1-C2DE-921EB88035EF}" dt="2026-04-01T18:03:12.115" v="364" actId="14100"/>
          <ac:spMkLst>
            <pc:docMk/>
            <pc:sldMk cId="608855216" sldId="258"/>
            <ac:spMk id="27" creationId="{1A45E755-B805-804F-5CBE-B2F15DBCC268}"/>
          </ac:spMkLst>
        </pc:spChg>
        <pc:graphicFrameChg chg="add del mod modGraphic">
          <ac:chgData name="John Ahn" userId="S::jahn02@villanova.edu::028beabd-4527-4b6e-86a8-a715a520c9f6" providerId="AD" clId="Web-{0461CCBC-A310-3DB1-C2DE-921EB88035EF}" dt="2026-04-01T17:55:49.992" v="76"/>
          <ac:graphicFrameMkLst>
            <pc:docMk/>
            <pc:sldMk cId="608855216" sldId="258"/>
            <ac:graphicFrameMk id="15" creationId="{C214C8A0-4A65-AB82-13CB-F03B4FDF4519}"/>
          </ac:graphicFrameMkLst>
        </pc:graphicFrameChg>
        <pc:graphicFrameChg chg="add mod modGraphic">
          <ac:chgData name="John Ahn" userId="S::jahn02@villanova.edu::028beabd-4527-4b6e-86a8-a715a520c9f6" providerId="AD" clId="Web-{0461CCBC-A310-3DB1-C2DE-921EB88035EF}" dt="2026-04-01T18:45:41.908" v="1052" actId="1076"/>
          <ac:graphicFrameMkLst>
            <pc:docMk/>
            <pc:sldMk cId="608855216" sldId="258"/>
            <ac:graphicFrameMk id="22" creationId="{30930735-F484-F25E-1E96-500438CDBC50}"/>
          </ac:graphicFrameMkLst>
        </pc:graphicFrameChg>
        <pc:picChg chg="mod">
          <ac:chgData name="John Ahn" userId="S::jahn02@villanova.edu::028beabd-4527-4b6e-86a8-a715a520c9f6" providerId="AD" clId="Web-{0461CCBC-A310-3DB1-C2DE-921EB88035EF}" dt="2026-04-01T17:58:11.069" v="218" actId="14100"/>
          <ac:picMkLst>
            <pc:docMk/>
            <pc:sldMk cId="608855216" sldId="258"/>
            <ac:picMk id="3" creationId="{DC06A8B3-E088-9040-D9DA-FD6195742472}"/>
          </ac:picMkLst>
        </pc:picChg>
        <pc:picChg chg="mod">
          <ac:chgData name="John Ahn" userId="S::jahn02@villanova.edu::028beabd-4527-4b6e-86a8-a715a520c9f6" providerId="AD" clId="Web-{0461CCBC-A310-3DB1-C2DE-921EB88035EF}" dt="2026-04-01T17:59:42.944" v="324" actId="1076"/>
          <ac:picMkLst>
            <pc:docMk/>
            <pc:sldMk cId="608855216" sldId="258"/>
            <ac:picMk id="10" creationId="{9B67446F-0CD8-96AF-9C52-A1C4B871B11D}"/>
          </ac:picMkLst>
        </pc:picChg>
        <pc:picChg chg="mod">
          <ac:chgData name="John Ahn" userId="S::jahn02@villanova.edu::028beabd-4527-4b6e-86a8-a715a520c9f6" providerId="AD" clId="Web-{0461CCBC-A310-3DB1-C2DE-921EB88035EF}" dt="2026-04-01T17:58:11.101" v="219" actId="14100"/>
          <ac:picMkLst>
            <pc:docMk/>
            <pc:sldMk cId="608855216" sldId="258"/>
            <ac:picMk id="13" creationId="{9BE79AE0-BC27-D292-8A14-13604134E081}"/>
          </ac:picMkLst>
        </pc:picChg>
        <pc:picChg chg="mod">
          <ac:chgData name="John Ahn" userId="S::jahn02@villanova.edu::028beabd-4527-4b6e-86a8-a715a520c9f6" providerId="AD" clId="Web-{0461CCBC-A310-3DB1-C2DE-921EB88035EF}" dt="2026-04-01T17:58:11.116" v="220" actId="14100"/>
          <ac:picMkLst>
            <pc:docMk/>
            <pc:sldMk cId="608855216" sldId="258"/>
            <ac:picMk id="14" creationId="{A3E73219-C563-F9FD-F1F8-4DED9B899E29}"/>
          </ac:picMkLst>
        </pc:picChg>
        <pc:picChg chg="mod">
          <ac:chgData name="John Ahn" userId="S::jahn02@villanova.edu::028beabd-4527-4b6e-86a8-a715a520c9f6" providerId="AD" clId="Web-{0461CCBC-A310-3DB1-C2DE-921EB88035EF}" dt="2026-04-01T17:58:11.147" v="221" actId="14100"/>
          <ac:picMkLst>
            <pc:docMk/>
            <pc:sldMk cId="608855216" sldId="258"/>
            <ac:picMk id="16" creationId="{EECCFD24-BA4F-2646-CA43-F5E25114F131}"/>
          </ac:picMkLst>
        </pc:picChg>
        <pc:picChg chg="mod">
          <ac:chgData name="John Ahn" userId="S::jahn02@villanova.edu::028beabd-4527-4b6e-86a8-a715a520c9f6" providerId="AD" clId="Web-{0461CCBC-A310-3DB1-C2DE-921EB88035EF}" dt="2026-04-01T17:58:11.194" v="223" actId="14100"/>
          <ac:picMkLst>
            <pc:docMk/>
            <pc:sldMk cId="608855216" sldId="258"/>
            <ac:picMk id="18" creationId="{98B750A8-40CC-E316-ED01-D05D7CC8198E}"/>
          </ac:picMkLst>
        </pc:picChg>
        <pc:picChg chg="mod">
          <ac:chgData name="John Ahn" userId="S::jahn02@villanova.edu::028beabd-4527-4b6e-86a8-a715a520c9f6" providerId="AD" clId="Web-{0461CCBC-A310-3DB1-C2DE-921EB88035EF}" dt="2026-04-01T18:08:42.583" v="393" actId="1076"/>
          <ac:picMkLst>
            <pc:docMk/>
            <pc:sldMk cId="608855216" sldId="258"/>
            <ac:picMk id="21" creationId="{031720C6-B987-DD43-655C-428BABA73D7F}"/>
          </ac:picMkLst>
        </pc:picChg>
        <pc:picChg chg="mod">
          <ac:chgData name="John Ahn" userId="S::jahn02@villanova.edu::028beabd-4527-4b6e-86a8-a715a520c9f6" providerId="AD" clId="Web-{0461CCBC-A310-3DB1-C2DE-921EB88035EF}" dt="2026-04-01T18:09:11.380" v="401" actId="14100"/>
          <ac:picMkLst>
            <pc:docMk/>
            <pc:sldMk cId="608855216" sldId="258"/>
            <ac:picMk id="23" creationId="{F2B7069A-F605-53FB-972E-CDDA0D58B199}"/>
          </ac:picMkLst>
        </pc:picChg>
        <pc:picChg chg="add del mod">
          <ac:chgData name="John Ahn" userId="S::jahn02@villanova.edu::028beabd-4527-4b6e-86a8-a715a520c9f6" providerId="AD" clId="Web-{0461CCBC-A310-3DB1-C2DE-921EB88035EF}" dt="2026-04-01T18:05:07.849" v="368"/>
          <ac:picMkLst>
            <pc:docMk/>
            <pc:sldMk cId="608855216" sldId="258"/>
            <ac:picMk id="28" creationId="{03688F4A-E9E4-9DD8-9CD2-77BC9ABB27A3}"/>
          </ac:picMkLst>
        </pc:picChg>
        <pc:picChg chg="del">
          <ac:chgData name="John Ahn" userId="S::jahn02@villanova.edu::028beabd-4527-4b6e-86a8-a715a520c9f6" providerId="AD" clId="Web-{0461CCBC-A310-3DB1-C2DE-921EB88035EF}" dt="2026-04-01T17:53:39.821" v="65"/>
          <ac:picMkLst>
            <pc:docMk/>
            <pc:sldMk cId="608855216" sldId="258"/>
            <ac:picMk id="29" creationId="{C05216ED-B2A4-CC3F-F8DC-D9352FF562ED}"/>
          </ac:picMkLst>
        </pc:picChg>
        <pc:picChg chg="add mod">
          <ac:chgData name="John Ahn" userId="S::jahn02@villanova.edu::028beabd-4527-4b6e-86a8-a715a520c9f6" providerId="AD" clId="Web-{0461CCBC-A310-3DB1-C2DE-921EB88035EF}" dt="2026-04-01T18:14:42.067" v="910" actId="1076"/>
          <ac:picMkLst>
            <pc:docMk/>
            <pc:sldMk cId="608855216" sldId="258"/>
            <ac:picMk id="30" creationId="{DDDC5564-3674-8E03-2BE6-D652BF880EE9}"/>
          </ac:picMkLst>
        </pc:picChg>
        <pc:picChg chg="add mod">
          <ac:chgData name="John Ahn" userId="S::jahn02@villanova.edu::028beabd-4527-4b6e-86a8-a715a520c9f6" providerId="AD" clId="Web-{0461CCBC-A310-3DB1-C2DE-921EB88035EF}" dt="2026-04-01T18:14:42.099" v="911" actId="1076"/>
          <ac:picMkLst>
            <pc:docMk/>
            <pc:sldMk cId="608855216" sldId="258"/>
            <ac:picMk id="31" creationId="{0CEC9DDD-D302-0D72-9432-4097287CB9C1}"/>
          </ac:picMkLst>
        </pc:picChg>
        <pc:picChg chg="add mod">
          <ac:chgData name="John Ahn" userId="S::jahn02@villanova.edu::028beabd-4527-4b6e-86a8-a715a520c9f6" providerId="AD" clId="Web-{0461CCBC-A310-3DB1-C2DE-921EB88035EF}" dt="2026-04-01T18:14:42.130" v="912" actId="1076"/>
          <ac:picMkLst>
            <pc:docMk/>
            <pc:sldMk cId="608855216" sldId="258"/>
            <ac:picMk id="32" creationId="{69BFBDBD-B551-7CCF-5863-855950CD7E5F}"/>
          </ac:picMkLst>
        </pc:picChg>
        <pc:picChg chg="add mod">
          <ac:chgData name="John Ahn" userId="S::jahn02@villanova.edu::028beabd-4527-4b6e-86a8-a715a520c9f6" providerId="AD" clId="Web-{0461CCBC-A310-3DB1-C2DE-921EB88035EF}" dt="2026-04-01T18:14:42.145" v="913" actId="1076"/>
          <ac:picMkLst>
            <pc:docMk/>
            <pc:sldMk cId="608855216" sldId="258"/>
            <ac:picMk id="33" creationId="{C6D32F57-A7E7-55AF-CFC5-0A9CD6DECD33}"/>
          </ac:picMkLst>
        </pc:picChg>
        <pc:picChg chg="add mod">
          <ac:chgData name="John Ahn" userId="S::jahn02@villanova.edu::028beabd-4527-4b6e-86a8-a715a520c9f6" providerId="AD" clId="Web-{0461CCBC-A310-3DB1-C2DE-921EB88035EF}" dt="2026-04-01T18:14:42.177" v="914" actId="1076"/>
          <ac:picMkLst>
            <pc:docMk/>
            <pc:sldMk cId="608855216" sldId="258"/>
            <ac:picMk id="34" creationId="{1E950588-A842-A51B-FD9F-8E3AC4247B24}"/>
          </ac:picMkLst>
        </pc:picChg>
      </pc:sldChg>
    </pc:docChg>
  </pc:docChgLst>
  <pc:docChgLst>
    <pc:chgData name="Jonathan Kim" userId="S::jkim176@villanova.edu::21981541-d00f-4545-a55a-b314d9708808" providerId="AD" clId="Web-{C3719B47-D4F7-1867-0496-F997FF2157F9}"/>
    <pc:docChg chg="modSld">
      <pc:chgData name="Jonathan Kim" userId="S::jkim176@villanova.edu::21981541-d00f-4545-a55a-b314d9708808" providerId="AD" clId="Web-{C3719B47-D4F7-1867-0496-F997FF2157F9}" dt="2026-03-30T16:58:09.790" v="87" actId="20577"/>
      <pc:docMkLst>
        <pc:docMk/>
      </pc:docMkLst>
      <pc:sldChg chg="addSp modSp">
        <pc:chgData name="Jonathan Kim" userId="S::jkim176@villanova.edu::21981541-d00f-4545-a55a-b314d9708808" providerId="AD" clId="Web-{C3719B47-D4F7-1867-0496-F997FF2157F9}" dt="2026-03-30T16:58:09.790" v="87" actId="20577"/>
        <pc:sldMkLst>
          <pc:docMk/>
          <pc:sldMk cId="2520635406" sldId="257"/>
        </pc:sldMkLst>
        <pc:spChg chg="mod">
          <ac:chgData name="Jonathan Kim" userId="S::jkim176@villanova.edu::21981541-d00f-4545-a55a-b314d9708808" providerId="AD" clId="Web-{C3719B47-D4F7-1867-0496-F997FF2157F9}" dt="2026-03-30T16:47:06.012" v="4" actId="1076"/>
          <ac:spMkLst>
            <pc:docMk/>
            <pc:sldMk cId="2520635406" sldId="257"/>
            <ac:spMk id="2" creationId="{BF98D5FD-223F-C7C4-33F6-5CC272DED121}"/>
          </ac:spMkLst>
        </pc:spChg>
        <pc:spChg chg="add mod">
          <ac:chgData name="Jonathan Kim" userId="S::jkim176@villanova.edu::21981541-d00f-4545-a55a-b314d9708808" providerId="AD" clId="Web-{C3719B47-D4F7-1867-0496-F997FF2157F9}" dt="2026-03-30T16:48:21.964" v="36" actId="20577"/>
          <ac:spMkLst>
            <pc:docMk/>
            <pc:sldMk cId="2520635406" sldId="257"/>
            <ac:spMk id="6" creationId="{4741FBA6-1AB6-A09D-A483-0C9C4519D464}"/>
          </ac:spMkLst>
        </pc:spChg>
        <pc:spChg chg="add mod">
          <ac:chgData name="Jonathan Kim" userId="S::jkim176@villanova.edu::21981541-d00f-4545-a55a-b314d9708808" providerId="AD" clId="Web-{C3719B47-D4F7-1867-0496-F997FF2157F9}" dt="2026-03-30T16:58:09.790" v="87" actId="20577"/>
          <ac:spMkLst>
            <pc:docMk/>
            <pc:sldMk cId="2520635406" sldId="257"/>
            <ac:spMk id="7" creationId="{B3932512-44A9-F55F-33FF-DF04F0124F7A}"/>
          </ac:spMkLst>
        </pc:spChg>
        <pc:picChg chg="mod modCrop">
          <ac:chgData name="Jonathan Kim" userId="S::jkim176@villanova.edu::21981541-d00f-4545-a55a-b314d9708808" providerId="AD" clId="Web-{C3719B47-D4F7-1867-0496-F997FF2157F9}" dt="2026-03-30T16:44:05.968" v="1"/>
          <ac:picMkLst>
            <pc:docMk/>
            <pc:sldMk cId="2520635406" sldId="257"/>
            <ac:picMk id="14" creationId="{2521A5E0-1EA8-9C62-4C6D-83AA97150E09}"/>
          </ac:picMkLst>
        </pc:picChg>
        <pc:picChg chg="mod modCrop">
          <ac:chgData name="Jonathan Kim" userId="S::jkim176@villanova.edu::21981541-d00f-4545-a55a-b314d9708808" providerId="AD" clId="Web-{C3719B47-D4F7-1867-0496-F997FF2157F9}" dt="2026-03-30T16:45:12.904" v="3"/>
          <ac:picMkLst>
            <pc:docMk/>
            <pc:sldMk cId="2520635406" sldId="257"/>
            <ac:picMk id="16" creationId="{684B8FDF-5E30-7D24-1171-2C78F614790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2693671"/>
            <a:ext cx="18653760" cy="5730240"/>
          </a:xfrm>
        </p:spPr>
        <p:txBody>
          <a:bodyPr anchor="b"/>
          <a:lstStyle>
            <a:lvl1pPr algn="ctr">
              <a:defRPr sz="14400"/>
            </a:lvl1pPr>
          </a:lstStyle>
          <a:p>
            <a:r>
              <a:rPr lang="en-US"/>
              <a:t>Click to edit Master title style</a:t>
            </a:r>
          </a:p>
        </p:txBody>
      </p:sp>
      <p:sp>
        <p:nvSpPr>
          <p:cNvPr id="3" name="Subtitle 2"/>
          <p:cNvSpPr>
            <a:spLocks noGrp="1"/>
          </p:cNvSpPr>
          <p:nvPr>
            <p:ph type="subTitle" idx="1"/>
          </p:nvPr>
        </p:nvSpPr>
        <p:spPr>
          <a:xfrm>
            <a:off x="2743200" y="8644891"/>
            <a:ext cx="16459200" cy="3973829"/>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p>
        </p:txBody>
      </p:sp>
      <p:sp>
        <p:nvSpPr>
          <p:cNvPr id="4" name="Date Placeholder 3"/>
          <p:cNvSpPr>
            <a:spLocks noGrp="1"/>
          </p:cNvSpPr>
          <p:nvPr>
            <p:ph type="dt" sz="half" idx="10"/>
          </p:nvPr>
        </p:nvSpPr>
        <p:spPr/>
        <p:txBody>
          <a:bodyPr/>
          <a:lstStyle/>
          <a:p>
            <a:fld id="{8A6647B8-0A34-4C56-A58F-B1A060B6571A}"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164676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647B8-0A34-4C56-A58F-B1A060B6571A}"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1823728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4103375"/>
            <a:ext cx="18928080" cy="6846569"/>
          </a:xfrm>
        </p:spPr>
        <p:txBody>
          <a:bodyPr anchor="b"/>
          <a:lstStyle>
            <a:lvl1pPr>
              <a:defRPr sz="14400"/>
            </a:lvl1pPr>
          </a:lstStyle>
          <a:p>
            <a:r>
              <a:rPr lang="en-US"/>
              <a:t>Click to edit Master title style</a:t>
            </a:r>
          </a:p>
        </p:txBody>
      </p:sp>
      <p:sp>
        <p:nvSpPr>
          <p:cNvPr id="3" name="Text Placeholder 2"/>
          <p:cNvSpPr>
            <a:spLocks noGrp="1"/>
          </p:cNvSpPr>
          <p:nvPr>
            <p:ph type="body" idx="1"/>
          </p:nvPr>
        </p:nvSpPr>
        <p:spPr>
          <a:xfrm>
            <a:off x="1497331" y="11014715"/>
            <a:ext cx="18928080" cy="3600449"/>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6647B8-0A34-4C56-A58F-B1A060B6571A}"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2250955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08760" y="4381500"/>
            <a:ext cx="9326880" cy="104432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109960" y="4381500"/>
            <a:ext cx="9326880" cy="104432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6647B8-0A34-4C56-A58F-B1A060B6571A}"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1092277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876304"/>
            <a:ext cx="18928080" cy="3181351"/>
          </a:xfrm>
        </p:spPr>
        <p:txBody>
          <a:bodyPr/>
          <a:lstStyle/>
          <a:p>
            <a:r>
              <a:rPr lang="en-US"/>
              <a:t>Click to edit Master title style</a:t>
            </a:r>
          </a:p>
        </p:txBody>
      </p:sp>
      <p:sp>
        <p:nvSpPr>
          <p:cNvPr id="3" name="Text Placeholder 2"/>
          <p:cNvSpPr>
            <a:spLocks noGrp="1"/>
          </p:cNvSpPr>
          <p:nvPr>
            <p:ph type="body" idx="1"/>
          </p:nvPr>
        </p:nvSpPr>
        <p:spPr>
          <a:xfrm>
            <a:off x="1511621" y="4034791"/>
            <a:ext cx="9284016" cy="1977389"/>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6012180"/>
            <a:ext cx="9284016" cy="8843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109961" y="4034791"/>
            <a:ext cx="9329738" cy="1977389"/>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6012180"/>
            <a:ext cx="9329738" cy="8843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6647B8-0A34-4C56-A58F-B1A060B6571A}"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1555271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6647B8-0A34-4C56-A58F-B1A060B6571A}"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1673305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647B8-0A34-4C56-A58F-B1A060B6571A}"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4138611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1097280"/>
            <a:ext cx="7078027" cy="3840480"/>
          </a:xfrm>
        </p:spPr>
        <p:txBody>
          <a:bodyPr anchor="b"/>
          <a:lstStyle>
            <a:lvl1pPr>
              <a:defRPr sz="7680"/>
            </a:lvl1pPr>
          </a:lstStyle>
          <a:p>
            <a:r>
              <a:rPr lang="en-US"/>
              <a:t>Click to edit Master title style</a:t>
            </a:r>
          </a:p>
        </p:txBody>
      </p:sp>
      <p:sp>
        <p:nvSpPr>
          <p:cNvPr id="3" name="Content Placeholder 2"/>
          <p:cNvSpPr>
            <a:spLocks noGrp="1"/>
          </p:cNvSpPr>
          <p:nvPr>
            <p:ph idx="1"/>
          </p:nvPr>
        </p:nvSpPr>
        <p:spPr>
          <a:xfrm>
            <a:off x="9329738" y="2369824"/>
            <a:ext cx="11109960" cy="116967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11619" y="4937760"/>
            <a:ext cx="7078027" cy="9147811"/>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8A6647B8-0A34-4C56-A58F-B1A060B6571A}"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317366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1097280"/>
            <a:ext cx="7078027" cy="3840480"/>
          </a:xfrm>
        </p:spPr>
        <p:txBody>
          <a:bodyPr anchor="b"/>
          <a:lstStyle>
            <a:lvl1pPr>
              <a:defRPr sz="7680"/>
            </a:lvl1pPr>
          </a:lstStyle>
          <a:p>
            <a:r>
              <a:rPr lang="en-US"/>
              <a:t>Click to edit Master title style</a:t>
            </a:r>
          </a:p>
        </p:txBody>
      </p:sp>
      <p:sp>
        <p:nvSpPr>
          <p:cNvPr id="3" name="Picture Placeholder 2"/>
          <p:cNvSpPr>
            <a:spLocks noGrp="1" noChangeAspect="1"/>
          </p:cNvSpPr>
          <p:nvPr>
            <p:ph type="pic" idx="1"/>
          </p:nvPr>
        </p:nvSpPr>
        <p:spPr>
          <a:xfrm>
            <a:off x="9329738" y="2369824"/>
            <a:ext cx="11109960" cy="116967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p>
        </p:txBody>
      </p:sp>
      <p:sp>
        <p:nvSpPr>
          <p:cNvPr id="4" name="Text Placeholder 3"/>
          <p:cNvSpPr>
            <a:spLocks noGrp="1"/>
          </p:cNvSpPr>
          <p:nvPr>
            <p:ph type="body" sz="half" idx="2"/>
          </p:nvPr>
        </p:nvSpPr>
        <p:spPr>
          <a:xfrm>
            <a:off x="1511619" y="4937760"/>
            <a:ext cx="7078027" cy="9147811"/>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8A6647B8-0A34-4C56-A58F-B1A060B6571A}"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3273882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647B8-0A34-4C56-A58F-B1A060B6571A}"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2757856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876300"/>
            <a:ext cx="4732020" cy="1394841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08761" y="876300"/>
            <a:ext cx="13921740" cy="139484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647B8-0A34-4C56-A58F-B1A060B6571A}"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57873-6D41-4815-AAF4-E5DCEE1FF018}" type="slidenum">
              <a:rPr lang="en-US" smtClean="0"/>
              <a:t>‹#›</a:t>
            </a:fld>
            <a:endParaRPr lang="en-US"/>
          </a:p>
        </p:txBody>
      </p:sp>
    </p:spTree>
    <p:extLst>
      <p:ext uri="{BB962C8B-B14F-4D97-AF65-F5344CB8AC3E}">
        <p14:creationId xmlns:p14="http://schemas.microsoft.com/office/powerpoint/2010/main" val="415825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876304"/>
            <a:ext cx="18928080" cy="318135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508760" y="4381500"/>
            <a:ext cx="18928080" cy="104432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508760" y="15255244"/>
            <a:ext cx="4937760" cy="876300"/>
          </a:xfrm>
          <a:prstGeom prst="rect">
            <a:avLst/>
          </a:prstGeom>
        </p:spPr>
        <p:txBody>
          <a:bodyPr vert="horz" lIns="91440" tIns="45720" rIns="91440" bIns="45720" rtlCol="0" anchor="ctr"/>
          <a:lstStyle>
            <a:lvl1pPr algn="l">
              <a:defRPr sz="2880">
                <a:solidFill>
                  <a:schemeClr val="tx1">
                    <a:tint val="75000"/>
                  </a:schemeClr>
                </a:solidFill>
              </a:defRPr>
            </a:lvl1pPr>
          </a:lstStyle>
          <a:p>
            <a:fld id="{8A6647B8-0A34-4C56-A58F-B1A060B6571A}" type="datetimeFigureOut">
              <a:rPr lang="en-US" smtClean="0"/>
              <a:t>4/1/2026</a:t>
            </a:fld>
            <a:endParaRPr lang="en-US"/>
          </a:p>
        </p:txBody>
      </p:sp>
      <p:sp>
        <p:nvSpPr>
          <p:cNvPr id="5" name="Footer Placeholder 4"/>
          <p:cNvSpPr>
            <a:spLocks noGrp="1"/>
          </p:cNvSpPr>
          <p:nvPr>
            <p:ph type="ftr" sz="quarter" idx="3"/>
          </p:nvPr>
        </p:nvSpPr>
        <p:spPr>
          <a:xfrm>
            <a:off x="7269480" y="15255244"/>
            <a:ext cx="7406640" cy="8763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15255244"/>
            <a:ext cx="4937760" cy="876300"/>
          </a:xfrm>
          <a:prstGeom prst="rect">
            <a:avLst/>
          </a:prstGeom>
        </p:spPr>
        <p:txBody>
          <a:bodyPr vert="horz" lIns="91440" tIns="45720" rIns="91440" bIns="45720" rtlCol="0" anchor="ctr"/>
          <a:lstStyle>
            <a:lvl1pPr algn="r">
              <a:defRPr sz="2880">
                <a:solidFill>
                  <a:schemeClr val="tx1">
                    <a:tint val="75000"/>
                  </a:schemeClr>
                </a:solidFill>
              </a:defRPr>
            </a:lvl1pPr>
          </a:lstStyle>
          <a:p>
            <a:fld id="{0B257873-6D41-4815-AAF4-E5DCEE1FF018}" type="slidenum">
              <a:rPr lang="en-US" smtClean="0"/>
              <a:t>‹#›</a:t>
            </a:fld>
            <a:endParaRPr lang="en-US"/>
          </a:p>
        </p:txBody>
      </p:sp>
    </p:spTree>
    <p:extLst>
      <p:ext uri="{BB962C8B-B14F-4D97-AF65-F5344CB8AC3E}">
        <p14:creationId xmlns:p14="http://schemas.microsoft.com/office/powerpoint/2010/main" val="22400133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4206-E83A-9248-4436-F61A8F656599}"/>
            </a:ext>
          </a:extLst>
        </p:cNvPr>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527CEFD9-3EA8-52CC-139B-0D3A5588FE01}"/>
              </a:ext>
            </a:extLst>
          </p:cNvPr>
          <p:cNvSpPr/>
          <p:nvPr/>
        </p:nvSpPr>
        <p:spPr>
          <a:xfrm>
            <a:off x="7993849" y="3385287"/>
            <a:ext cx="7683262" cy="11315618"/>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3200">
              <a:solidFill>
                <a:schemeClr val="tx1"/>
              </a:solidFill>
              <a:ea typeface="Calibri"/>
              <a:cs typeface="Calibri"/>
            </a:endParaRPr>
          </a:p>
        </p:txBody>
      </p:sp>
      <p:sp>
        <p:nvSpPr>
          <p:cNvPr id="4" name="TextBox 3">
            <a:extLst>
              <a:ext uri="{FF2B5EF4-FFF2-40B4-BE49-F238E27FC236}">
                <a16:creationId xmlns:a16="http://schemas.microsoft.com/office/drawing/2014/main" id="{6ACA0771-CC11-8064-B1BC-3706261A9ECE}"/>
              </a:ext>
            </a:extLst>
          </p:cNvPr>
          <p:cNvSpPr txBox="1"/>
          <p:nvPr/>
        </p:nvSpPr>
        <p:spPr>
          <a:xfrm>
            <a:off x="5352713" y="642294"/>
            <a:ext cx="7789312" cy="1938992"/>
          </a:xfrm>
          <a:prstGeom prst="rect">
            <a:avLst/>
          </a:prstGeom>
          <a:noFill/>
        </p:spPr>
        <p:txBody>
          <a:bodyPr wrap="none" lIns="91440" tIns="45720" rIns="91440" bIns="45720" rtlCol="0" anchor="t">
            <a:spAutoFit/>
          </a:bodyPr>
          <a:lstStyle/>
          <a:p>
            <a:r>
              <a:rPr lang="en-US" sz="12000"/>
              <a:t>Cell Imaging</a:t>
            </a:r>
            <a:endParaRPr lang="en-US" sz="12001"/>
          </a:p>
        </p:txBody>
      </p:sp>
      <p:sp>
        <p:nvSpPr>
          <p:cNvPr id="5" name="TextBox 4">
            <a:extLst>
              <a:ext uri="{FF2B5EF4-FFF2-40B4-BE49-F238E27FC236}">
                <a16:creationId xmlns:a16="http://schemas.microsoft.com/office/drawing/2014/main" id="{11FEF3B1-C5F1-6204-5208-EEA36FCEC38E}"/>
              </a:ext>
            </a:extLst>
          </p:cNvPr>
          <p:cNvSpPr txBox="1"/>
          <p:nvPr/>
        </p:nvSpPr>
        <p:spPr>
          <a:xfrm>
            <a:off x="1293556" y="2579756"/>
            <a:ext cx="13442084" cy="523220"/>
          </a:xfrm>
          <a:prstGeom prst="rect">
            <a:avLst/>
          </a:prstGeom>
          <a:noFill/>
        </p:spPr>
        <p:txBody>
          <a:bodyPr wrap="square" lIns="91440" tIns="45720" rIns="91440" bIns="45720" rtlCol="0" anchor="t">
            <a:spAutoFit/>
          </a:bodyPr>
          <a:lstStyle/>
          <a:p>
            <a:r>
              <a:rPr lang="en-US" sz="2800"/>
              <a:t>Team members: Demetrius Schank, John Ann, Jonathan Kim | Advisor: Dr. Rosalind Wynne</a:t>
            </a:r>
          </a:p>
        </p:txBody>
      </p:sp>
      <p:pic>
        <p:nvPicPr>
          <p:cNvPr id="9" name="Picture 8" descr="A logo for a university&#10;&#10;Description automatically generated">
            <a:extLst>
              <a:ext uri="{FF2B5EF4-FFF2-40B4-BE49-F238E27FC236}">
                <a16:creationId xmlns:a16="http://schemas.microsoft.com/office/drawing/2014/main" id="{780F483E-CA5D-284A-E2B6-81A281D9DB6D}"/>
              </a:ext>
            </a:extLst>
          </p:cNvPr>
          <p:cNvPicPr>
            <a:picLocks noChangeAspect="1"/>
          </p:cNvPicPr>
          <p:nvPr/>
        </p:nvPicPr>
        <p:blipFill rotWithShape="1">
          <a:blip r:embed="rId2">
            <a:extLst>
              <a:ext uri="{28A0092B-C50C-407E-A947-70E740481C1C}">
                <a14:useLocalDpi xmlns:a14="http://schemas.microsoft.com/office/drawing/2010/main" val="0"/>
              </a:ext>
            </a:extLst>
          </a:blip>
          <a:srcRect l="18409" t="40909" r="18409" b="35758"/>
          <a:stretch/>
        </p:blipFill>
        <p:spPr>
          <a:xfrm>
            <a:off x="15875257" y="822174"/>
            <a:ext cx="5688576" cy="1575613"/>
          </a:xfrm>
          <a:prstGeom prst="rect">
            <a:avLst/>
          </a:prstGeom>
        </p:spPr>
      </p:pic>
      <p:pic>
        <p:nvPicPr>
          <p:cNvPr id="3" name="Picture 2" descr="A screenshot of a screen&#10;&#10;AI-generated content may be incorrect.">
            <a:extLst>
              <a:ext uri="{FF2B5EF4-FFF2-40B4-BE49-F238E27FC236}">
                <a16:creationId xmlns:a16="http://schemas.microsoft.com/office/drawing/2014/main" id="{DC06A8B3-E088-9040-D9DA-FD6195742472}"/>
              </a:ext>
            </a:extLst>
          </p:cNvPr>
          <p:cNvPicPr>
            <a:picLocks noChangeAspect="1"/>
          </p:cNvPicPr>
          <p:nvPr/>
        </p:nvPicPr>
        <p:blipFill>
          <a:blip r:embed="rId3"/>
          <a:stretch>
            <a:fillRect/>
          </a:stretch>
        </p:blipFill>
        <p:spPr>
          <a:xfrm>
            <a:off x="8751699" y="3942820"/>
            <a:ext cx="3212047" cy="2007659"/>
          </a:xfrm>
          <a:prstGeom prst="rect">
            <a:avLst/>
          </a:prstGeom>
        </p:spPr>
      </p:pic>
      <p:pic>
        <p:nvPicPr>
          <p:cNvPr id="13" name="Picture 12" descr="A screenshot of a screen&#10;&#10;AI-generated content may be incorrect.">
            <a:extLst>
              <a:ext uri="{FF2B5EF4-FFF2-40B4-BE49-F238E27FC236}">
                <a16:creationId xmlns:a16="http://schemas.microsoft.com/office/drawing/2014/main" id="{9BE79AE0-BC27-D292-8A14-13604134E081}"/>
              </a:ext>
            </a:extLst>
          </p:cNvPr>
          <p:cNvPicPr>
            <a:picLocks noChangeAspect="1"/>
          </p:cNvPicPr>
          <p:nvPr/>
        </p:nvPicPr>
        <p:blipFill>
          <a:blip r:embed="rId4"/>
          <a:stretch>
            <a:fillRect/>
          </a:stretch>
        </p:blipFill>
        <p:spPr>
          <a:xfrm>
            <a:off x="12059863" y="3961951"/>
            <a:ext cx="3206077" cy="1982813"/>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A3E73219-C563-F9FD-F1F8-4DED9B899E29}"/>
              </a:ext>
            </a:extLst>
          </p:cNvPr>
          <p:cNvPicPr>
            <a:picLocks noChangeAspect="1"/>
          </p:cNvPicPr>
          <p:nvPr/>
        </p:nvPicPr>
        <p:blipFill>
          <a:blip r:embed="rId5"/>
          <a:srcRect l="6006" t="-440" r="1473" b="-153"/>
          <a:stretch>
            <a:fillRect/>
          </a:stretch>
        </p:blipFill>
        <p:spPr>
          <a:xfrm>
            <a:off x="8921297" y="6397437"/>
            <a:ext cx="2958469" cy="2023397"/>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EECCFD24-BA4F-2646-CA43-F5E25114F131}"/>
              </a:ext>
            </a:extLst>
          </p:cNvPr>
          <p:cNvPicPr>
            <a:picLocks noChangeAspect="1"/>
          </p:cNvPicPr>
          <p:nvPr/>
        </p:nvPicPr>
        <p:blipFill>
          <a:blip r:embed="rId6"/>
          <a:srcRect l="4891" t="-326" r="168" b="326"/>
          <a:stretch>
            <a:fillRect/>
          </a:stretch>
        </p:blipFill>
        <p:spPr>
          <a:xfrm>
            <a:off x="12209783" y="6394916"/>
            <a:ext cx="3056155" cy="2021113"/>
          </a:xfrm>
          <a:prstGeom prst="rect">
            <a:avLst/>
          </a:prstGeom>
        </p:spPr>
      </p:pic>
      <p:sp>
        <p:nvSpPr>
          <p:cNvPr id="17" name="TextBox 16">
            <a:extLst>
              <a:ext uri="{FF2B5EF4-FFF2-40B4-BE49-F238E27FC236}">
                <a16:creationId xmlns:a16="http://schemas.microsoft.com/office/drawing/2014/main" id="{12E5D7B6-9068-B583-5DA6-1576FE743409}"/>
              </a:ext>
            </a:extLst>
          </p:cNvPr>
          <p:cNvSpPr txBox="1"/>
          <p:nvPr/>
        </p:nvSpPr>
        <p:spPr>
          <a:xfrm>
            <a:off x="9271132" y="8391846"/>
            <a:ext cx="54294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Draw region of interest, and confirm or redraw </a:t>
            </a:r>
          </a:p>
          <a:p>
            <a:pPr algn="ctr"/>
            <a:r>
              <a:rPr lang="en-US" b="1">
                <a:ea typeface="Calibri"/>
                <a:cs typeface="Calibri"/>
              </a:rPr>
              <a:t>(both frames separately)</a:t>
            </a:r>
          </a:p>
        </p:txBody>
      </p:sp>
      <p:pic>
        <p:nvPicPr>
          <p:cNvPr id="18" name="Picture 17" descr="A screenshot of a computer&#10;&#10;AI-generated content may be incorrect.">
            <a:extLst>
              <a:ext uri="{FF2B5EF4-FFF2-40B4-BE49-F238E27FC236}">
                <a16:creationId xmlns:a16="http://schemas.microsoft.com/office/drawing/2014/main" id="{98B750A8-40CC-E316-ED01-D05D7CC8198E}"/>
              </a:ext>
            </a:extLst>
          </p:cNvPr>
          <p:cNvPicPr>
            <a:picLocks noChangeAspect="1"/>
          </p:cNvPicPr>
          <p:nvPr/>
        </p:nvPicPr>
        <p:blipFill>
          <a:blip r:embed="rId7"/>
          <a:stretch>
            <a:fillRect/>
          </a:stretch>
        </p:blipFill>
        <p:spPr>
          <a:xfrm>
            <a:off x="10296929" y="9030102"/>
            <a:ext cx="3271645" cy="2181889"/>
          </a:xfrm>
          <a:prstGeom prst="rect">
            <a:avLst/>
          </a:prstGeom>
        </p:spPr>
      </p:pic>
      <p:sp>
        <p:nvSpPr>
          <p:cNvPr id="20" name="TextBox 19">
            <a:extLst>
              <a:ext uri="{FF2B5EF4-FFF2-40B4-BE49-F238E27FC236}">
                <a16:creationId xmlns:a16="http://schemas.microsoft.com/office/drawing/2014/main" id="{A234A0F8-4F51-DA48-7D9A-4855AE40EE92}"/>
              </a:ext>
            </a:extLst>
          </p:cNvPr>
          <p:cNvSpPr txBox="1"/>
          <p:nvPr/>
        </p:nvSpPr>
        <p:spPr>
          <a:xfrm>
            <a:off x="8540908" y="11181567"/>
            <a:ext cx="6616996"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If available, draw a line of known length</a:t>
            </a:r>
          </a:p>
        </p:txBody>
      </p:sp>
      <p:pic>
        <p:nvPicPr>
          <p:cNvPr id="21" name="Picture 20" descr="A screenshot of a screen&#10;&#10;AI-generated content may be incorrect.">
            <a:extLst>
              <a:ext uri="{FF2B5EF4-FFF2-40B4-BE49-F238E27FC236}">
                <a16:creationId xmlns:a16="http://schemas.microsoft.com/office/drawing/2014/main" id="{031720C6-B987-DD43-655C-428BABA73D7F}"/>
              </a:ext>
            </a:extLst>
          </p:cNvPr>
          <p:cNvPicPr>
            <a:picLocks noChangeAspect="1"/>
          </p:cNvPicPr>
          <p:nvPr/>
        </p:nvPicPr>
        <p:blipFill>
          <a:blip r:embed="rId8"/>
          <a:stretch>
            <a:fillRect/>
          </a:stretch>
        </p:blipFill>
        <p:spPr>
          <a:xfrm>
            <a:off x="8391049" y="11669210"/>
            <a:ext cx="3312313" cy="2253228"/>
          </a:xfrm>
          <a:prstGeom prst="rect">
            <a:avLst/>
          </a:prstGeom>
        </p:spPr>
      </p:pic>
      <p:pic>
        <p:nvPicPr>
          <p:cNvPr id="23" name="Picture 22" descr="A screenshot of a math equation&#10;&#10;AI-generated content may be incorrect.">
            <a:extLst>
              <a:ext uri="{FF2B5EF4-FFF2-40B4-BE49-F238E27FC236}">
                <a16:creationId xmlns:a16="http://schemas.microsoft.com/office/drawing/2014/main" id="{F2B7069A-F605-53FB-972E-CDDA0D58B199}"/>
              </a:ext>
            </a:extLst>
          </p:cNvPr>
          <p:cNvPicPr>
            <a:picLocks noChangeAspect="1"/>
          </p:cNvPicPr>
          <p:nvPr/>
        </p:nvPicPr>
        <p:blipFill>
          <a:blip r:embed="rId9"/>
          <a:stretch>
            <a:fillRect/>
          </a:stretch>
        </p:blipFill>
        <p:spPr>
          <a:xfrm>
            <a:off x="11826364" y="11664725"/>
            <a:ext cx="3680746" cy="1602010"/>
          </a:xfrm>
          <a:prstGeom prst="rect">
            <a:avLst/>
          </a:prstGeom>
        </p:spPr>
      </p:pic>
      <p:sp>
        <p:nvSpPr>
          <p:cNvPr id="24" name="TextBox 23">
            <a:extLst>
              <a:ext uri="{FF2B5EF4-FFF2-40B4-BE49-F238E27FC236}">
                <a16:creationId xmlns:a16="http://schemas.microsoft.com/office/drawing/2014/main" id="{3D665E0B-A861-8519-1210-4FB685FB1B98}"/>
              </a:ext>
            </a:extLst>
          </p:cNvPr>
          <p:cNvSpPr txBox="1"/>
          <p:nvPr/>
        </p:nvSpPr>
        <p:spPr>
          <a:xfrm>
            <a:off x="11676691" y="13271008"/>
            <a:ext cx="397251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Receive a visual representation as well as an analysis of cell deformation </a:t>
            </a:r>
          </a:p>
        </p:txBody>
      </p:sp>
      <p:sp>
        <p:nvSpPr>
          <p:cNvPr id="26" name="TextBox 25">
            <a:extLst>
              <a:ext uri="{FF2B5EF4-FFF2-40B4-BE49-F238E27FC236}">
                <a16:creationId xmlns:a16="http://schemas.microsoft.com/office/drawing/2014/main" id="{94150F47-8AF9-A1E8-7054-7B61DD4DE388}"/>
              </a:ext>
            </a:extLst>
          </p:cNvPr>
          <p:cNvSpPr txBox="1"/>
          <p:nvPr/>
        </p:nvSpPr>
        <p:spPr>
          <a:xfrm>
            <a:off x="10090680" y="5933211"/>
            <a:ext cx="39042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Choose two frames of interest</a:t>
            </a:r>
          </a:p>
        </p:txBody>
      </p:sp>
      <p:sp>
        <p:nvSpPr>
          <p:cNvPr id="8" name="Rectangle: Rounded Corners 7">
            <a:extLst>
              <a:ext uri="{FF2B5EF4-FFF2-40B4-BE49-F238E27FC236}">
                <a16:creationId xmlns:a16="http://schemas.microsoft.com/office/drawing/2014/main" id="{F5680C9E-B46A-E8DA-A3B7-A86A39493443}"/>
              </a:ext>
            </a:extLst>
          </p:cNvPr>
          <p:cNvSpPr/>
          <p:nvPr/>
        </p:nvSpPr>
        <p:spPr>
          <a:xfrm>
            <a:off x="1100929" y="3393950"/>
            <a:ext cx="6709682" cy="2168262"/>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ea typeface="Calibri"/>
                <a:cs typeface="Calibri"/>
              </a:rPr>
              <a:t>Introduction</a:t>
            </a:r>
          </a:p>
          <a:p>
            <a:pPr algn="ctr"/>
            <a:r>
              <a:rPr lang="en-US" sz="2000">
                <a:solidFill>
                  <a:schemeClr val="tx1"/>
                </a:solidFill>
                <a:ea typeface="Calibri"/>
                <a:cs typeface="Calibri"/>
              </a:rPr>
              <a:t>Cell imaging is the visualization and observation of cells and its properties. It is important because it allows detection of functions and abnormalities within cells. This allows scientists and researchers to understand cells better and can be used to discover and develop medicine more efficiently.</a:t>
            </a:r>
          </a:p>
        </p:txBody>
      </p:sp>
      <p:sp>
        <p:nvSpPr>
          <p:cNvPr id="2" name="Rectangle: Rounded Corners 1">
            <a:extLst>
              <a:ext uri="{FF2B5EF4-FFF2-40B4-BE49-F238E27FC236}">
                <a16:creationId xmlns:a16="http://schemas.microsoft.com/office/drawing/2014/main" id="{BB0C0195-E8DA-813A-2D8F-4FB1F276835E}"/>
              </a:ext>
            </a:extLst>
          </p:cNvPr>
          <p:cNvSpPr/>
          <p:nvPr/>
        </p:nvSpPr>
        <p:spPr>
          <a:xfrm>
            <a:off x="1090089" y="9324138"/>
            <a:ext cx="6680711" cy="5376929"/>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chemeClr val="tx1"/>
                </a:solidFill>
                <a:ea typeface="Calibri"/>
                <a:cs typeface="Calibri"/>
              </a:rPr>
              <a:t>Analysis Process</a:t>
            </a:r>
          </a:p>
          <a:p>
            <a:pPr algn="ctr"/>
            <a:r>
              <a:rPr lang="en-US" sz="2000">
                <a:solidFill>
                  <a:schemeClr val="tx1"/>
                </a:solidFill>
                <a:ea typeface="Calibri"/>
                <a:cs typeface="Calibri"/>
              </a:rPr>
              <a:t>The platform that was used to measure cell deformation was MATLAB. First, a video is selected of a cell going through a channel and deforming. Then, the user has the option to choose any two instances in the video to analyze the shape of the cell, whether it be before, during, or after its deformation. After the two frames are selected, the user draws a handmade mask over the outline of the cell. Using the MATLAB Image Processing Toolbox, it analyzes the total area of the cell, its major and minor axis, and aspect ratio. The results are given in the MATLAB Command Window. In addition to these results, the user has the optional step of defining a set length in the video, to convert the results from pixels into real units. </a:t>
            </a:r>
          </a:p>
          <a:p>
            <a:pPr algn="ctr"/>
            <a:endParaRPr lang="en-US" sz="2000">
              <a:solidFill>
                <a:schemeClr val="tx1"/>
              </a:solidFill>
              <a:ea typeface="Calibri"/>
              <a:cs typeface="Calibri"/>
            </a:endParaRPr>
          </a:p>
        </p:txBody>
      </p:sp>
      <p:sp>
        <p:nvSpPr>
          <p:cNvPr id="19" name="Rectangle: Rounded Corners 18">
            <a:extLst>
              <a:ext uri="{FF2B5EF4-FFF2-40B4-BE49-F238E27FC236}">
                <a16:creationId xmlns:a16="http://schemas.microsoft.com/office/drawing/2014/main" id="{84D8F55C-D196-CEB1-446E-D2703FD1FA6B}"/>
              </a:ext>
            </a:extLst>
          </p:cNvPr>
          <p:cNvSpPr/>
          <p:nvPr/>
        </p:nvSpPr>
        <p:spPr>
          <a:xfrm>
            <a:off x="1089457" y="5936246"/>
            <a:ext cx="6688822" cy="3090439"/>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chemeClr val="tx1"/>
                </a:solidFill>
                <a:ea typeface="Calibri"/>
                <a:cs typeface="Calibri"/>
              </a:rPr>
              <a:t>Goal</a:t>
            </a:r>
          </a:p>
          <a:p>
            <a:pPr algn="ctr"/>
            <a:r>
              <a:rPr lang="en-US" sz="2000">
                <a:solidFill>
                  <a:schemeClr val="tx1"/>
                </a:solidFill>
                <a:ea typeface="+mn-lt"/>
                <a:cs typeface="+mn-lt"/>
              </a:rPr>
              <a:t>The group was tasked with selecting a specific cellular property to detect and quantify. The 2024–2025 cell imaging team focused on measuring cellular velocity, and the 2025–2026 team investigated cell deformation within capillaries. This focus is significant because the flexibility of cells is indicative of their health and their ability to adapt to varying physiological conditions.</a:t>
            </a:r>
            <a:endParaRPr lang="en-US">
              <a:solidFill>
                <a:schemeClr val="tx1"/>
              </a:solidFill>
              <a:ea typeface="+mn-lt"/>
              <a:cs typeface="+mn-lt"/>
            </a:endParaRPr>
          </a:p>
          <a:p>
            <a:pPr algn="ctr"/>
            <a:endParaRPr lang="en-US" sz="2000">
              <a:solidFill>
                <a:schemeClr val="tx1"/>
              </a:solidFill>
              <a:ea typeface="Calibri"/>
              <a:cs typeface="Calibri"/>
            </a:endParaRPr>
          </a:p>
        </p:txBody>
      </p:sp>
      <p:sp>
        <p:nvSpPr>
          <p:cNvPr id="6" name="TextBox 5">
            <a:extLst>
              <a:ext uri="{FF2B5EF4-FFF2-40B4-BE49-F238E27FC236}">
                <a16:creationId xmlns:a16="http://schemas.microsoft.com/office/drawing/2014/main" id="{DC3DB380-28F4-DD21-4A5C-8AF77B273A0A}"/>
              </a:ext>
            </a:extLst>
          </p:cNvPr>
          <p:cNvSpPr txBox="1"/>
          <p:nvPr/>
        </p:nvSpPr>
        <p:spPr>
          <a:xfrm>
            <a:off x="9239635" y="3388540"/>
            <a:ext cx="57293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ea typeface="Calibri"/>
                <a:cs typeface="Calibri"/>
              </a:rPr>
              <a:t>Analysis Process Visualized</a:t>
            </a:r>
            <a:endParaRPr lang="en-US"/>
          </a:p>
        </p:txBody>
      </p:sp>
      <p:sp>
        <p:nvSpPr>
          <p:cNvPr id="11" name="Rectangle: Rounded Corners 10">
            <a:extLst>
              <a:ext uri="{FF2B5EF4-FFF2-40B4-BE49-F238E27FC236}">
                <a16:creationId xmlns:a16="http://schemas.microsoft.com/office/drawing/2014/main" id="{2E6D78B8-11BE-D80B-A1EE-51F798D1B5C1}"/>
              </a:ext>
            </a:extLst>
          </p:cNvPr>
          <p:cNvSpPr/>
          <p:nvPr/>
        </p:nvSpPr>
        <p:spPr>
          <a:xfrm>
            <a:off x="1286710" y="15020129"/>
            <a:ext cx="14301831" cy="1123997"/>
          </a:xfrm>
          <a:prstGeom prst="roundRect">
            <a:avLst/>
          </a:prstGeom>
          <a:solidFill>
            <a:schemeClr val="accent1">
              <a:lumMod val="20000"/>
              <a:lumOff val="8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sz="2200" b="1">
                <a:solidFill>
                  <a:schemeClr val="tx1"/>
                </a:solidFill>
                <a:latin typeface="Sitka Heading"/>
              </a:rPr>
              <a:t>We would like to thank: Dr. Klein, Dr. Wynne, Graduate Researcher </a:t>
            </a:r>
            <a:r>
              <a:rPr lang="en-US" sz="2200" b="1" err="1">
                <a:solidFill>
                  <a:schemeClr val="tx1"/>
                </a:solidFill>
                <a:latin typeface="Sitka Heading"/>
              </a:rPr>
              <a:t>Jiahaw</a:t>
            </a:r>
            <a:r>
              <a:rPr lang="en-US" sz="2200" b="1">
                <a:solidFill>
                  <a:schemeClr val="tx1"/>
                </a:solidFill>
                <a:latin typeface="Sitka Heading"/>
              </a:rPr>
              <a:t> Fu, The 2025 Cell Imaging Team, </a:t>
            </a:r>
            <a:endParaRPr lang="en-US" sz="2200" b="1">
              <a:solidFill>
                <a:schemeClr val="tx1"/>
              </a:solidFill>
              <a:latin typeface="Sitka Heading"/>
              <a:ea typeface="Calibri"/>
              <a:cs typeface="Calibri"/>
            </a:endParaRPr>
          </a:p>
          <a:p>
            <a:pPr algn="ctr"/>
            <a:r>
              <a:rPr lang="en-US" sz="2200" b="1">
                <a:solidFill>
                  <a:schemeClr val="tx1"/>
                </a:solidFill>
                <a:latin typeface="Sitka Heading"/>
              </a:rPr>
              <a:t>as well as all our interviewees (Dr. </a:t>
            </a:r>
            <a:r>
              <a:rPr lang="en-US" sz="2200" b="1" err="1">
                <a:solidFill>
                  <a:schemeClr val="tx1"/>
                </a:solidFill>
                <a:latin typeface="Sitka Heading"/>
              </a:rPr>
              <a:t>Izzetoglu</a:t>
            </a:r>
            <a:r>
              <a:rPr lang="en-US" sz="2200" b="1">
                <a:solidFill>
                  <a:schemeClr val="tx1"/>
                </a:solidFill>
                <a:latin typeface="Sitka Heading"/>
              </a:rPr>
              <a:t>, Dr. Xun Jiao, and Jasmine Soriano)</a:t>
            </a:r>
            <a:endParaRPr lang="en-US" sz="2200" b="1">
              <a:solidFill>
                <a:schemeClr val="tx1"/>
              </a:solidFill>
              <a:latin typeface="Sitka Heading"/>
              <a:ea typeface="Calibri"/>
              <a:cs typeface="Calibri"/>
            </a:endParaRPr>
          </a:p>
        </p:txBody>
      </p:sp>
      <p:sp>
        <p:nvSpPr>
          <p:cNvPr id="12" name="Rectangle: Rounded Corners 11">
            <a:extLst>
              <a:ext uri="{FF2B5EF4-FFF2-40B4-BE49-F238E27FC236}">
                <a16:creationId xmlns:a16="http://schemas.microsoft.com/office/drawing/2014/main" id="{5BD6DC36-1868-DA6C-64B0-07C990D3C82B}"/>
              </a:ext>
            </a:extLst>
          </p:cNvPr>
          <p:cNvSpPr/>
          <p:nvPr/>
        </p:nvSpPr>
        <p:spPr>
          <a:xfrm>
            <a:off x="15839846" y="13232998"/>
            <a:ext cx="5662754" cy="3120808"/>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chemeClr val="tx1"/>
                </a:solidFill>
                <a:ea typeface="Calibri"/>
                <a:cs typeface="Calibri"/>
              </a:rPr>
              <a:t>Future Goals</a:t>
            </a:r>
          </a:p>
          <a:p>
            <a:pPr algn="ctr"/>
            <a:r>
              <a:rPr lang="en-US" sz="2000">
                <a:solidFill>
                  <a:schemeClr val="tx1"/>
                </a:solidFill>
                <a:ea typeface="+mn-lt"/>
                <a:cs typeface="+mn-lt"/>
              </a:rPr>
              <a:t>The current design requires users to select two frames and manually outline cell boundaries, which can introduce human error and inconsistency. A primary future goal is to enable users to upload videos and have the system automatically track cells across frames, allowing for more accurate and flexible analysis between any selected frames.</a:t>
            </a:r>
            <a:endParaRPr lang="en-US">
              <a:solidFill>
                <a:schemeClr val="tx1"/>
              </a:solidFill>
              <a:ea typeface="+mn-lt"/>
              <a:cs typeface="+mn-lt"/>
            </a:endParaRPr>
          </a:p>
        </p:txBody>
      </p:sp>
      <p:pic>
        <p:nvPicPr>
          <p:cNvPr id="10" name="Picture 9" descr="A Brief History of Live-Cell Imaging ...">
            <a:extLst>
              <a:ext uri="{FF2B5EF4-FFF2-40B4-BE49-F238E27FC236}">
                <a16:creationId xmlns:a16="http://schemas.microsoft.com/office/drawing/2014/main" id="{9B67446F-0CD8-96AF-9C52-A1C4B871B11D}"/>
              </a:ext>
            </a:extLst>
          </p:cNvPr>
          <p:cNvPicPr>
            <a:picLocks noChangeAspect="1"/>
          </p:cNvPicPr>
          <p:nvPr/>
        </p:nvPicPr>
        <p:blipFill>
          <a:blip r:embed="rId10"/>
          <a:stretch>
            <a:fillRect/>
          </a:stretch>
        </p:blipFill>
        <p:spPr>
          <a:xfrm>
            <a:off x="1092930" y="647287"/>
            <a:ext cx="2695575" cy="1695450"/>
          </a:xfrm>
          <a:prstGeom prst="rect">
            <a:avLst/>
          </a:prstGeom>
        </p:spPr>
      </p:pic>
      <p:graphicFrame>
        <p:nvGraphicFramePr>
          <p:cNvPr id="22" name="Table 21">
            <a:extLst>
              <a:ext uri="{FF2B5EF4-FFF2-40B4-BE49-F238E27FC236}">
                <a16:creationId xmlns:a16="http://schemas.microsoft.com/office/drawing/2014/main" id="{30930735-F484-F25E-1E96-500438CDBC50}"/>
              </a:ext>
            </a:extLst>
          </p:cNvPr>
          <p:cNvGraphicFramePr>
            <a:graphicFrameLocks noGrp="1"/>
          </p:cNvGraphicFramePr>
          <p:nvPr>
            <p:extLst>
              <p:ext uri="{D42A27DB-BD31-4B8C-83A1-F6EECF244321}">
                <p14:modId xmlns:p14="http://schemas.microsoft.com/office/powerpoint/2010/main" val="3722975400"/>
              </p:ext>
            </p:extLst>
          </p:nvPr>
        </p:nvGraphicFramePr>
        <p:xfrm>
          <a:off x="15875096" y="3442038"/>
          <a:ext cx="5241916" cy="9709472"/>
        </p:xfrm>
        <a:graphic>
          <a:graphicData uri="http://schemas.openxmlformats.org/drawingml/2006/table">
            <a:tbl>
              <a:tblPr firstRow="1" bandRow="1">
                <a:tableStyleId>{5C22544A-7EE6-4342-B048-85BDC9FD1C3A}</a:tableStyleId>
              </a:tblPr>
              <a:tblGrid>
                <a:gridCol w="2620958">
                  <a:extLst>
                    <a:ext uri="{9D8B030D-6E8A-4147-A177-3AD203B41FA5}">
                      <a16:colId xmlns:a16="http://schemas.microsoft.com/office/drawing/2014/main" val="3986273461"/>
                    </a:ext>
                  </a:extLst>
                </a:gridCol>
                <a:gridCol w="2620958">
                  <a:extLst>
                    <a:ext uri="{9D8B030D-6E8A-4147-A177-3AD203B41FA5}">
                      <a16:colId xmlns:a16="http://schemas.microsoft.com/office/drawing/2014/main" val="1804830720"/>
                    </a:ext>
                  </a:extLst>
                </a:gridCol>
              </a:tblGrid>
              <a:tr h="1467248">
                <a:tc>
                  <a:txBody>
                    <a:bodyPr/>
                    <a:lstStyle/>
                    <a:p>
                      <a:pPr algn="ctr"/>
                      <a:r>
                        <a:rPr lang="en-US" sz="2400"/>
                        <a:t>Test</a:t>
                      </a:r>
                    </a:p>
                  </a:txBody>
                  <a:tcPr/>
                </a:tc>
                <a:tc>
                  <a:txBody>
                    <a:bodyPr/>
                    <a:lstStyle/>
                    <a:p>
                      <a:pPr algn="ctr"/>
                      <a:r>
                        <a:rPr lang="en-US" sz="2400"/>
                        <a:t>C/C/S/S</a:t>
                      </a:r>
                    </a:p>
                  </a:txBody>
                  <a:tcPr/>
                </a:tc>
                <a:extLst>
                  <a:ext uri="{0D108BD9-81ED-4DB2-BD59-A6C34878D82A}">
                    <a16:rowId xmlns:a16="http://schemas.microsoft.com/office/drawing/2014/main" val="2278967558"/>
                  </a:ext>
                </a:extLst>
              </a:tr>
              <a:tr h="1848734">
                <a:tc>
                  <a:txBody>
                    <a:bodyPr/>
                    <a:lstStyle/>
                    <a:p>
                      <a:pPr algn="ctr"/>
                      <a:r>
                        <a:rPr lang="en-US" sz="2400"/>
                        <a:t>Cell Detection Test</a:t>
                      </a:r>
                    </a:p>
                  </a:txBody>
                  <a:tcPr anchor="ctr"/>
                </a:tc>
                <a:tc>
                  <a:txBody>
                    <a:bodyPr/>
                    <a:lstStyle/>
                    <a:p>
                      <a:pPr algn="l"/>
                      <a:r>
                        <a:rPr lang="en-US" sz="2000"/>
                        <a:t>Constraint: Discern cell boundaries within a 2D space</a:t>
                      </a:r>
                    </a:p>
                    <a:p>
                      <a:pPr lvl="0" algn="l">
                        <a:buNone/>
                      </a:pPr>
                      <a:r>
                        <a:rPr lang="en-US" sz="2000"/>
                        <a:t>Specification: Detection of cell </a:t>
                      </a:r>
                      <a:r>
                        <a:rPr lang="en-US" sz="2000" err="1"/>
                        <a:t>bo</a:t>
                      </a:r>
                      <a:r>
                        <a:rPr lang="en-US" sz="2000"/>
                        <a:t>rders</a:t>
                      </a:r>
                    </a:p>
                  </a:txBody>
                  <a:tcPr/>
                </a:tc>
                <a:extLst>
                  <a:ext uri="{0D108BD9-81ED-4DB2-BD59-A6C34878D82A}">
                    <a16:rowId xmlns:a16="http://schemas.microsoft.com/office/drawing/2014/main" val="3168867269"/>
                  </a:ext>
                </a:extLst>
              </a:tr>
              <a:tr h="1467248">
                <a:tc>
                  <a:txBody>
                    <a:bodyPr/>
                    <a:lstStyle/>
                    <a:p>
                      <a:pPr lvl="0" algn="ctr">
                        <a:buNone/>
                      </a:pPr>
                      <a:r>
                        <a:rPr lang="en-US" sz="2400" b="0" i="0" u="none" strike="noStrike" noProof="0">
                          <a:solidFill>
                            <a:srgbClr val="000000"/>
                          </a:solidFill>
                          <a:latin typeface="Calibri"/>
                          <a:ea typeface="Calibri"/>
                          <a:cs typeface="Calibri"/>
                        </a:rPr>
                        <a:t>Cell Deformation Rate Test</a:t>
                      </a:r>
                      <a:endParaRPr lang="en-US"/>
                    </a:p>
                  </a:txBody>
                  <a:tcPr anchor="ctr"/>
                </a:tc>
                <a:tc>
                  <a:txBody>
                    <a:bodyPr/>
                    <a:lstStyle/>
                    <a:p>
                      <a:pPr algn="l"/>
                      <a:r>
                        <a:rPr lang="en-US" sz="2000"/>
                        <a:t>Constraint: Accuracy</a:t>
                      </a:r>
                    </a:p>
                    <a:p>
                      <a:pPr lvl="0" algn="l">
                        <a:buNone/>
                      </a:pPr>
                      <a:r>
                        <a:rPr lang="en-US" sz="2000"/>
                        <a:t>Specification: Cell deformation</a:t>
                      </a:r>
                    </a:p>
                  </a:txBody>
                  <a:tcPr/>
                </a:tc>
                <a:extLst>
                  <a:ext uri="{0D108BD9-81ED-4DB2-BD59-A6C34878D82A}">
                    <a16:rowId xmlns:a16="http://schemas.microsoft.com/office/drawing/2014/main" val="178466625"/>
                  </a:ext>
                </a:extLst>
              </a:tr>
              <a:tr h="1467248">
                <a:tc>
                  <a:txBody>
                    <a:bodyPr/>
                    <a:lstStyle/>
                    <a:p>
                      <a:pPr algn="ctr"/>
                      <a:r>
                        <a:rPr lang="en-US" sz="2400"/>
                        <a:t>Second Sample Test</a:t>
                      </a:r>
                    </a:p>
                  </a:txBody>
                  <a:tcPr anchor="ctr"/>
                </a:tc>
                <a:tc>
                  <a:txBody>
                    <a:bodyPr/>
                    <a:lstStyle/>
                    <a:p>
                      <a:pPr algn="l"/>
                      <a:r>
                        <a:rPr lang="en-US" sz="2000"/>
                        <a:t>Constraint: Applicability</a:t>
                      </a:r>
                    </a:p>
                    <a:p>
                      <a:pPr lvl="0" algn="l">
                        <a:buNone/>
                      </a:pPr>
                      <a:r>
                        <a:rPr lang="en-US" sz="2000"/>
                        <a:t>Criteria: Reproducibility</a:t>
                      </a:r>
                    </a:p>
                    <a:p>
                      <a:pPr lvl="0" algn="l">
                        <a:buNone/>
                      </a:pPr>
                      <a:r>
                        <a:rPr lang="en-US" sz="2000"/>
                        <a:t>Criteria: Multi-Codec compatibility</a:t>
                      </a:r>
                    </a:p>
                  </a:txBody>
                  <a:tcPr/>
                </a:tc>
                <a:extLst>
                  <a:ext uri="{0D108BD9-81ED-4DB2-BD59-A6C34878D82A}">
                    <a16:rowId xmlns:a16="http://schemas.microsoft.com/office/drawing/2014/main" val="706756273"/>
                  </a:ext>
                </a:extLst>
              </a:tr>
              <a:tr h="1467248">
                <a:tc>
                  <a:txBody>
                    <a:bodyPr/>
                    <a:lstStyle/>
                    <a:p>
                      <a:pPr algn="ctr"/>
                      <a:r>
                        <a:rPr lang="en-US" sz="2400"/>
                        <a:t>Compliance Test</a:t>
                      </a:r>
                    </a:p>
                  </a:txBody>
                  <a:tcPr anchor="ctr"/>
                </a:tc>
                <a:tc>
                  <a:txBody>
                    <a:bodyPr/>
                    <a:lstStyle/>
                    <a:p>
                      <a:pPr algn="l"/>
                      <a:r>
                        <a:rPr lang="en-US" sz="2000"/>
                        <a:t>Standard: MISRA C standards</a:t>
                      </a:r>
                    </a:p>
                  </a:txBody>
                  <a:tcPr/>
                </a:tc>
                <a:extLst>
                  <a:ext uri="{0D108BD9-81ED-4DB2-BD59-A6C34878D82A}">
                    <a16:rowId xmlns:a16="http://schemas.microsoft.com/office/drawing/2014/main" val="565448089"/>
                  </a:ext>
                </a:extLst>
              </a:tr>
              <a:tr h="1467248">
                <a:tc>
                  <a:txBody>
                    <a:bodyPr/>
                    <a:lstStyle/>
                    <a:p>
                      <a:pPr algn="ctr"/>
                      <a:r>
                        <a:rPr lang="en-US" sz="2400"/>
                        <a:t>Ease of Usability Test</a:t>
                      </a:r>
                    </a:p>
                  </a:txBody>
                  <a:tcPr anchor="ctr"/>
                </a:tc>
                <a:tc>
                  <a:txBody>
                    <a:bodyPr/>
                    <a:lstStyle/>
                    <a:p>
                      <a:pPr algn="l"/>
                      <a:r>
                        <a:rPr lang="en-US" sz="2000"/>
                        <a:t>Constraint: User Friendly</a:t>
                      </a:r>
                    </a:p>
                  </a:txBody>
                  <a:tcPr/>
                </a:tc>
                <a:extLst>
                  <a:ext uri="{0D108BD9-81ED-4DB2-BD59-A6C34878D82A}">
                    <a16:rowId xmlns:a16="http://schemas.microsoft.com/office/drawing/2014/main" val="1398630095"/>
                  </a:ext>
                </a:extLst>
              </a:tr>
            </a:tbl>
          </a:graphicData>
        </a:graphic>
      </p:graphicFrame>
      <p:sp>
        <p:nvSpPr>
          <p:cNvPr id="27" name="Rectangle: Rounded Corners 26">
            <a:extLst>
              <a:ext uri="{FF2B5EF4-FFF2-40B4-BE49-F238E27FC236}">
                <a16:creationId xmlns:a16="http://schemas.microsoft.com/office/drawing/2014/main" id="{1A45E755-B805-804F-5CBE-B2F15DBCC268}"/>
              </a:ext>
            </a:extLst>
          </p:cNvPr>
          <p:cNvSpPr/>
          <p:nvPr/>
        </p:nvSpPr>
        <p:spPr>
          <a:xfrm>
            <a:off x="16266756" y="2580376"/>
            <a:ext cx="4394129" cy="812308"/>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chemeClr val="tx1"/>
                </a:solidFill>
                <a:ea typeface="Calibri"/>
                <a:cs typeface="Calibri"/>
              </a:rPr>
              <a:t>Results and Testing</a:t>
            </a:r>
            <a:endParaRPr lang="en-US">
              <a:solidFill>
                <a:schemeClr val="tx1"/>
              </a:solidFill>
              <a:ea typeface="Calibri"/>
              <a:cs typeface="Calibri"/>
            </a:endParaRPr>
          </a:p>
        </p:txBody>
      </p:sp>
      <p:pic>
        <p:nvPicPr>
          <p:cNvPr id="30" name="Picture 29" descr="File:Eo circle green checkmark.svg - Wikimedia Commons">
            <a:extLst>
              <a:ext uri="{FF2B5EF4-FFF2-40B4-BE49-F238E27FC236}">
                <a16:creationId xmlns:a16="http://schemas.microsoft.com/office/drawing/2014/main" id="{DDDC5564-3674-8E03-2BE6-D652BF880EE9}"/>
              </a:ext>
            </a:extLst>
          </p:cNvPr>
          <p:cNvPicPr>
            <a:picLocks noChangeAspect="1"/>
          </p:cNvPicPr>
          <p:nvPr/>
        </p:nvPicPr>
        <p:blipFill>
          <a:blip r:embed="rId11"/>
          <a:stretch>
            <a:fillRect/>
          </a:stretch>
        </p:blipFill>
        <p:spPr>
          <a:xfrm>
            <a:off x="21220910" y="5638041"/>
            <a:ext cx="538777" cy="584307"/>
          </a:xfrm>
          <a:prstGeom prst="rect">
            <a:avLst/>
          </a:prstGeom>
        </p:spPr>
      </p:pic>
      <p:pic>
        <p:nvPicPr>
          <p:cNvPr id="31" name="Picture 30" descr="File:Eo circle green checkmark.svg - Wikimedia Commons">
            <a:extLst>
              <a:ext uri="{FF2B5EF4-FFF2-40B4-BE49-F238E27FC236}">
                <a16:creationId xmlns:a16="http://schemas.microsoft.com/office/drawing/2014/main" id="{0CEC9DDD-D302-0D72-9432-4097287CB9C1}"/>
              </a:ext>
            </a:extLst>
          </p:cNvPr>
          <p:cNvPicPr>
            <a:picLocks noChangeAspect="1"/>
          </p:cNvPicPr>
          <p:nvPr/>
        </p:nvPicPr>
        <p:blipFill>
          <a:blip r:embed="rId11"/>
          <a:stretch>
            <a:fillRect/>
          </a:stretch>
        </p:blipFill>
        <p:spPr>
          <a:xfrm>
            <a:off x="21220909" y="7208835"/>
            <a:ext cx="538777" cy="584307"/>
          </a:xfrm>
          <a:prstGeom prst="rect">
            <a:avLst/>
          </a:prstGeom>
        </p:spPr>
      </p:pic>
      <p:pic>
        <p:nvPicPr>
          <p:cNvPr id="32" name="Picture 31" descr="File:Eo circle green checkmark.svg - Wikimedia Commons">
            <a:extLst>
              <a:ext uri="{FF2B5EF4-FFF2-40B4-BE49-F238E27FC236}">
                <a16:creationId xmlns:a16="http://schemas.microsoft.com/office/drawing/2014/main" id="{69BFBDBD-B551-7CCF-5863-855950CD7E5F}"/>
              </a:ext>
            </a:extLst>
          </p:cNvPr>
          <p:cNvPicPr>
            <a:picLocks noChangeAspect="1"/>
          </p:cNvPicPr>
          <p:nvPr/>
        </p:nvPicPr>
        <p:blipFill>
          <a:blip r:embed="rId11"/>
          <a:stretch>
            <a:fillRect/>
          </a:stretch>
        </p:blipFill>
        <p:spPr>
          <a:xfrm>
            <a:off x="21220909" y="8847925"/>
            <a:ext cx="538777" cy="584307"/>
          </a:xfrm>
          <a:prstGeom prst="rect">
            <a:avLst/>
          </a:prstGeom>
        </p:spPr>
      </p:pic>
      <p:pic>
        <p:nvPicPr>
          <p:cNvPr id="33" name="Picture 32" descr="File:Eo circle green checkmark.svg - Wikimedia Commons">
            <a:extLst>
              <a:ext uri="{FF2B5EF4-FFF2-40B4-BE49-F238E27FC236}">
                <a16:creationId xmlns:a16="http://schemas.microsoft.com/office/drawing/2014/main" id="{C6D32F57-A7E7-55AF-CFC5-0A9CD6DECD33}"/>
              </a:ext>
            </a:extLst>
          </p:cNvPr>
          <p:cNvPicPr>
            <a:picLocks noChangeAspect="1"/>
          </p:cNvPicPr>
          <p:nvPr/>
        </p:nvPicPr>
        <p:blipFill>
          <a:blip r:embed="rId11"/>
          <a:stretch>
            <a:fillRect/>
          </a:stretch>
        </p:blipFill>
        <p:spPr>
          <a:xfrm>
            <a:off x="21220909" y="10373191"/>
            <a:ext cx="538777" cy="584307"/>
          </a:xfrm>
          <a:prstGeom prst="rect">
            <a:avLst/>
          </a:prstGeom>
        </p:spPr>
      </p:pic>
      <p:pic>
        <p:nvPicPr>
          <p:cNvPr id="34" name="Picture 33" descr="File:Eo circle green checkmark.svg - Wikimedia Commons">
            <a:extLst>
              <a:ext uri="{FF2B5EF4-FFF2-40B4-BE49-F238E27FC236}">
                <a16:creationId xmlns:a16="http://schemas.microsoft.com/office/drawing/2014/main" id="{1E950588-A842-A51B-FD9F-8E3AC4247B24}"/>
              </a:ext>
            </a:extLst>
          </p:cNvPr>
          <p:cNvPicPr>
            <a:picLocks noChangeAspect="1"/>
          </p:cNvPicPr>
          <p:nvPr/>
        </p:nvPicPr>
        <p:blipFill>
          <a:blip r:embed="rId11"/>
          <a:stretch>
            <a:fillRect/>
          </a:stretch>
        </p:blipFill>
        <p:spPr>
          <a:xfrm>
            <a:off x="21220910" y="12103342"/>
            <a:ext cx="538777" cy="584307"/>
          </a:xfrm>
          <a:prstGeom prst="rect">
            <a:avLst/>
          </a:prstGeom>
        </p:spPr>
      </p:pic>
    </p:spTree>
    <p:extLst>
      <p:ext uri="{BB962C8B-B14F-4D97-AF65-F5344CB8AC3E}">
        <p14:creationId xmlns:p14="http://schemas.microsoft.com/office/powerpoint/2010/main" val="6088552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7DFB23BD9BB14DBAA00A09D22FB835" ma:contentTypeVersion="8" ma:contentTypeDescription="Create a new document." ma:contentTypeScope="" ma:versionID="af90a80d488717b9ef607d954ef2a0cc">
  <xsd:schema xmlns:xsd="http://www.w3.org/2001/XMLSchema" xmlns:xs="http://www.w3.org/2001/XMLSchema" xmlns:p="http://schemas.microsoft.com/office/2006/metadata/properties" xmlns:ns2="eb5155ac-509b-4df1-8c7d-3e0eccb07f7b" targetNamespace="http://schemas.microsoft.com/office/2006/metadata/properties" ma:root="true" ma:fieldsID="739172f4ee1cecc2236a9a713f5b3cc3" ns2:_="">
    <xsd:import namespace="eb5155ac-509b-4df1-8c7d-3e0eccb07f7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5155ac-509b-4df1-8c7d-3e0eccb07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F2F8E4-4992-4CAC-95DA-FDA5CE9797E7}">
  <ds:schemaRefs>
    <ds:schemaRef ds:uri="http://schemas.microsoft.com/sharepoint/v3/contenttype/forms"/>
  </ds:schemaRefs>
</ds:datastoreItem>
</file>

<file path=customXml/itemProps2.xml><?xml version="1.0" encoding="utf-8"?>
<ds:datastoreItem xmlns:ds="http://schemas.openxmlformats.org/officeDocument/2006/customXml" ds:itemID="{88DC6311-CF4E-409B-AC9D-D5F1D8A910DA}">
  <ds:schemaRefs>
    <ds:schemaRef ds:uri="eb5155ac-509b-4df1-8c7d-3e0eccb07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FC1B0821-C7E9-4E4F-B0D9-7FEAA9492E85}">
  <ds:schemaRefs>
    <ds:schemaRef ds:uri="http://schemas.microsoft.com/office/2006/metadata/properties"/>
    <ds:schemaRef ds:uri="http://schemas.microsoft.com/office/infopath/2007/PartnerControl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Liesl Klein</dc:creator>
  <cp:revision>1</cp:revision>
  <dcterms:created xsi:type="dcterms:W3CDTF">2024-02-07T17:47:57Z</dcterms:created>
  <dcterms:modified xsi:type="dcterms:W3CDTF">2026-04-01T18:47:39Z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0x010100797DFB23BD9BB14DBAA00A09D22FB835</vt:lpwstr>
  </property>
</Properties>
</file>